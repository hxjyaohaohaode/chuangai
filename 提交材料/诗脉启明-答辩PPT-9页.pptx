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docProps/custom.xml" ContentType="application/vnd.openxmlformats-officedocument.custom-properties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ppt/slideLayouts/slideLayout18.xml" ContentType="application/vnd.openxmlformats-officedocument.presentationml.slideLayout+xml"/>
  <Override PartName="/ppt/slideLayouts/slideLayout19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20.xml" ContentType="application/vnd.openxmlformats-officedocument.presentationml.slideLayout+xml"/>
  <Override PartName="/ppt/slideLayouts/slideLayout21.xml" ContentType="application/vnd.openxmlformats-officedocument.presentationml.slideLayout+xml"/>
  <Override PartName="/ppt/slideLayouts/slideLayout2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Masters/slideMaster2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ags/tag1.xml" ContentType="application/vnd.openxmlformats-officedocument.presentationml.tags+xml"/>
  <Override PartName="/ppt/tags/tag10.xml" ContentType="application/vnd.openxmlformats-officedocument.presentationml.tags+xml"/>
  <Override PartName="/ppt/tags/tag11.xml" ContentType="application/vnd.openxmlformats-officedocument.presentationml.tags+xml"/>
  <Override PartName="/ppt/tags/tag12.xml" ContentType="application/vnd.openxmlformats-officedocument.presentationml.tags+xml"/>
  <Override PartName="/ppt/tags/tag13.xml" ContentType="application/vnd.openxmlformats-officedocument.presentationml.tags+xml"/>
  <Override PartName="/ppt/tags/tag14.xml" ContentType="application/vnd.openxmlformats-officedocument.presentationml.tags+xml"/>
  <Override PartName="/ppt/tags/tag15.xml" ContentType="application/vnd.openxmlformats-officedocument.presentationml.tags+xml"/>
  <Override PartName="/ppt/tags/tag16.xml" ContentType="application/vnd.openxmlformats-officedocument.presentationml.tags+xml"/>
  <Override PartName="/ppt/tags/tag17.xml" ContentType="application/vnd.openxmlformats-officedocument.presentationml.tags+xml"/>
  <Override PartName="/ppt/tags/tag18.xml" ContentType="application/vnd.openxmlformats-officedocument.presentationml.tags+xml"/>
  <Override PartName="/ppt/tags/tag19.xml" ContentType="application/vnd.openxmlformats-officedocument.presentationml.tags+xml"/>
  <Override PartName="/ppt/tags/tag2.xml" ContentType="application/vnd.openxmlformats-officedocument.presentationml.tags+xml"/>
  <Override PartName="/ppt/tags/tag20.xml" ContentType="application/vnd.openxmlformats-officedocument.presentationml.tags+xml"/>
  <Override PartName="/ppt/tags/tag21.xml" ContentType="application/vnd.openxmlformats-officedocument.presentationml.tags+xml"/>
  <Override PartName="/ppt/tags/tag22.xml" ContentType="application/vnd.openxmlformats-officedocument.presentationml.tags+xml"/>
  <Override PartName="/ppt/tags/tag23.xml" ContentType="application/vnd.openxmlformats-officedocument.presentationml.tags+xml"/>
  <Override PartName="/ppt/tags/tag24.xml" ContentType="application/vnd.openxmlformats-officedocument.presentationml.tags+xml"/>
  <Override PartName="/ppt/tags/tag25.xml" ContentType="application/vnd.openxmlformats-officedocument.presentationml.tags+xml"/>
  <Override PartName="/ppt/tags/tag26.xml" ContentType="application/vnd.openxmlformats-officedocument.presentationml.tags+xml"/>
  <Override PartName="/ppt/tags/tag27.xml" ContentType="application/vnd.openxmlformats-officedocument.presentationml.tags+xml"/>
  <Override PartName="/ppt/tags/tag28.xml" ContentType="application/vnd.openxmlformats-officedocument.presentationml.tags+xml"/>
  <Override PartName="/ppt/tags/tag29.xml" ContentType="application/vnd.openxmlformats-officedocument.presentationml.tags+xml"/>
  <Override PartName="/ppt/tags/tag3.xml" ContentType="application/vnd.openxmlformats-officedocument.presentationml.tags+xml"/>
  <Override PartName="/ppt/tags/tag30.xml" ContentType="application/vnd.openxmlformats-officedocument.presentationml.tags+xml"/>
  <Override PartName="/ppt/tags/tag31.xml" ContentType="application/vnd.openxmlformats-officedocument.presentationml.tags+xml"/>
  <Override PartName="/ppt/tags/tag32.xml" ContentType="application/vnd.openxmlformats-officedocument.presentationml.tags+xml"/>
  <Override PartName="/ppt/tags/tag33.xml" ContentType="application/vnd.openxmlformats-officedocument.presentationml.tags+xml"/>
  <Override PartName="/ppt/tags/tag34.xml" ContentType="application/vnd.openxmlformats-officedocument.presentationml.tags+xml"/>
  <Override PartName="/ppt/tags/tag35.xml" ContentType="application/vnd.openxmlformats-officedocument.presentationml.tags+xml"/>
  <Override PartName="/ppt/tags/tag36.xml" ContentType="application/vnd.openxmlformats-officedocument.presentationml.tags+xml"/>
  <Override PartName="/ppt/tags/tag37.xml" ContentType="application/vnd.openxmlformats-officedocument.presentationml.tags+xml"/>
  <Override PartName="/ppt/tags/tag38.xml" ContentType="application/vnd.openxmlformats-officedocument.presentationml.tags+xml"/>
  <Override PartName="/ppt/tags/tag39.xml" ContentType="application/vnd.openxmlformats-officedocument.presentationml.tags+xml"/>
  <Override PartName="/ppt/tags/tag4.xml" ContentType="application/vnd.openxmlformats-officedocument.presentationml.tags+xml"/>
  <Override PartName="/ppt/tags/tag40.xml" ContentType="application/vnd.openxmlformats-officedocument.presentationml.tags+xml"/>
  <Override PartName="/ppt/tags/tag41.xml" ContentType="application/vnd.openxmlformats-officedocument.presentationml.tags+xml"/>
  <Override PartName="/ppt/tags/tag42.xml" ContentType="application/vnd.openxmlformats-officedocument.presentationml.tags+xml"/>
  <Override PartName="/ppt/tags/tag43.xml" ContentType="application/vnd.openxmlformats-officedocument.presentationml.tags+xml"/>
  <Override PartName="/ppt/tags/tag44.xml" ContentType="application/vnd.openxmlformats-officedocument.presentationml.tags+xml"/>
  <Override PartName="/ppt/tags/tag45.xml" ContentType="application/vnd.openxmlformats-officedocument.presentationml.tags+xml"/>
  <Override PartName="/ppt/tags/tag46.xml" ContentType="application/vnd.openxmlformats-officedocument.presentationml.tags+xml"/>
  <Override PartName="/ppt/tags/tag47.xml" ContentType="application/vnd.openxmlformats-officedocument.presentationml.tags+xml"/>
  <Override PartName="/ppt/tags/tag48.xml" ContentType="application/vnd.openxmlformats-officedocument.presentationml.tags+xml"/>
  <Override PartName="/ppt/tags/tag49.xml" ContentType="application/vnd.openxmlformats-officedocument.presentationml.tags+xml"/>
  <Override PartName="/ppt/tags/tag5.xml" ContentType="application/vnd.openxmlformats-officedocument.presentationml.tags+xml"/>
  <Override PartName="/ppt/tags/tag6.xml" ContentType="application/vnd.openxmlformats-officedocument.presentationml.tags+xml"/>
  <Override PartName="/ppt/tags/tag7.xml" ContentType="application/vnd.openxmlformats-officedocument.presentationml.tags+xml"/>
  <Override PartName="/ppt/tags/tag8.xml" ContentType="application/vnd.openxmlformats-officedocument.presentationml.tags+xml"/>
  <Override PartName="/ppt/tags/tag9.xml" ContentType="application/vnd.openxmlformats-officedocument.presentationml.tags+xml"/>
  <Override PartName="/ppt/theme/theme1.xml" ContentType="application/vnd.openxmlformats-officedocument.theme+xml"/>
  <Override PartName="/ppt/theme/theme2.xml" ContentType="application/vnd.openxmlformats-officedocument.theme+xml"/>
  <Override PartName="/ppt/theme/theme3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officeDocument/2006/relationships/extended-properties" Target="docProps/app.xml"/><Relationship Id="rId3" Type="http://schemas.openxmlformats.org/package/2006/relationships/metadata/core-properties" Target="docProps/core.xml"/><Relationship Id="rId4" Type="http://schemas.openxmlformats.org/package/2006/relationships/metadata/thumbnail" Target="docProps/thumbnail.jpeg"/><Relationship Id="rId5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>
  <p:sldMasterIdLst>
    <p:sldMasterId id="2147483648" r:id="rId1"/>
    <p:sldMasterId id="2147483660" r:id="rId3"/>
  </p:sldMasterIdLst>
  <p:notesMasterIdLst>
    <p:notesMasterId r:id="rId13"/>
  </p:notesMasterIdLst>
  <p:sldIdLst>
    <p:sldId id="334" r:id="rId4"/>
    <p:sldId id="300" r:id="rId5"/>
    <p:sldId id="328" r:id="rId6"/>
    <p:sldId id="338" r:id="rId7"/>
    <p:sldId id="339" r:id="rId8"/>
    <p:sldId id="341" r:id="rId9"/>
    <p:sldId id="326" r:id="rId10"/>
    <p:sldId id="331" r:id="rId11"/>
    <p:sldId id="340" r:id="rId12"/>
  </p:sldIdLst>
  <p:sldSz cx="12192000" cy="6858000"/>
  <p:notesSz cx="6858000" cy="9144000"/>
  <p:custDataLst>
    <p:tags r:id="rId17"/>
  </p:custDataLst>
  <p:defaultTextStyle>
    <a:defPPr>
      <a:defRPr lang="zh-CN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236" userDrawn="1">
          <p15:clr>
            <a:srgbClr val="A4A3A4"/>
          </p15:clr>
        </p15:guide>
        <p15:guide id="2" pos="3840" userDrawn="1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3C85C3"/>
    <a:srgbClr val="FFFFFF"/>
    <a:srgbClr val="3E56A3"/>
    <a:srgbClr val="2C489A"/>
    <a:srgbClr val="2C489B"/>
    <a:srgbClr val="2B4A99"/>
    <a:srgbClr val="4466A2"/>
    <a:srgbClr val="2F5597"/>
    <a:srgbClr val="3E57A3"/>
    <a:srgbClr val="3F57A3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horzBarState="maximized">
    <p:restoredLeft sz="12291" autoAdjust="0"/>
    <p:restoredTop sz="94660"/>
  </p:normalViewPr>
  <p:slideViewPr>
    <p:cSldViewPr snapToGrid="0" showGuides="1">
      <p:cViewPr varScale="1">
        <p:scale>
          <a:sx n="74" d="100"/>
          <a:sy n="74" d="100"/>
        </p:scale>
        <p:origin x="690" y="66"/>
      </p:cViewPr>
      <p:guideLst>
        <p:guide orient="horz" pos="2236"/>
        <p:guide pos="3840"/>
      </p:guideLst>
    </p:cSldViewPr>
  </p:slideViewPr>
  <p:notesTextViewPr>
    <p:cViewPr>
      <p:scale>
        <a:sx n="1" d="1"/>
        <a:sy n="1" d="1"/>
      </p:scale>
      <p:origin x="0" y="0"/>
    </p:cViewPr>
  </p:notesTextViewPr>
  <p:sorterViewPr>
    <p:cViewPr>
      <p:scale>
        <a:sx n="100" d="100"/>
        <a:sy n="100" d="100"/>
      </p:scale>
      <p:origin x="0" y="0"/>
    </p:cViewPr>
  </p:sorterViewPr>
  <p:gridSpacing cx="72008" cy="72008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theme" Target="theme/theme1.xml"/><Relationship Id="rId3" Type="http://schemas.openxmlformats.org/officeDocument/2006/relationships/slideMaster" Target="slideMasters/slideMaster2.xml"/><Relationship Id="rId4" Type="http://schemas.openxmlformats.org/officeDocument/2006/relationships/slide" Target="slides/slide1.xml"/><Relationship Id="rId5" Type="http://schemas.openxmlformats.org/officeDocument/2006/relationships/slide" Target="slides/slide2.xml"/><Relationship Id="rId6" Type="http://schemas.openxmlformats.org/officeDocument/2006/relationships/slide" Target="slides/slide3.xml"/><Relationship Id="rId7" Type="http://schemas.openxmlformats.org/officeDocument/2006/relationships/slide" Target="slides/slide4.xml"/><Relationship Id="rId8" Type="http://schemas.openxmlformats.org/officeDocument/2006/relationships/slide" Target="slides/slide5.xml"/><Relationship Id="rId9" Type="http://schemas.openxmlformats.org/officeDocument/2006/relationships/slide" Target="slides/slide6.xml"/><Relationship Id="rId10" Type="http://schemas.openxmlformats.org/officeDocument/2006/relationships/slide" Target="slides/slide7.xml"/><Relationship Id="rId11" Type="http://schemas.openxmlformats.org/officeDocument/2006/relationships/slide" Target="slides/slide8.xml"/><Relationship Id="rId12" Type="http://schemas.openxmlformats.org/officeDocument/2006/relationships/slide" Target="slides/slide9.xml"/><Relationship Id="rId13" Type="http://schemas.openxmlformats.org/officeDocument/2006/relationships/notesMaster" Target="notesMasters/notesMaster1.xml"/><Relationship Id="rId14" Type="http://schemas.openxmlformats.org/officeDocument/2006/relationships/presProps" Target="presProps.xml"/><Relationship Id="rId15" Type="http://schemas.openxmlformats.org/officeDocument/2006/relationships/viewProps" Target="viewProps.xml"/><Relationship Id="rId16" Type="http://schemas.openxmlformats.org/officeDocument/2006/relationships/tableStyles" Target="tableStyles.xml"/><Relationship Id="rId17" Type="http://schemas.openxmlformats.org/officeDocument/2006/relationships/tags" Target="tags/tag49.xml"/></Relationships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3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页眉占位符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zh-CN" altLang="en-US"/>
          </a:p>
        </p:txBody>
      </p:sp>
      <p:sp>
        <p:nvSpPr>
          <p:cNvPr id="3" name="日期占位符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D2A48B96-639E-45A3-A0BA-2464DFDB1FAA}" type="datetimeFigureOut">
              <a:rPr lang="zh-CN" altLang="en-US" smtClean="0"/>
            </a:fld>
            <a:endParaRPr lang="zh-CN" altLang="en-US"/>
          </a:p>
        </p:txBody>
      </p:sp>
      <p:sp>
        <p:nvSpPr>
          <p:cNvPr id="4" name="幻灯片图像占位符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zh-CN" altLang="en-US"/>
          </a:p>
        </p:txBody>
      </p:sp>
      <p:sp>
        <p:nvSpPr>
          <p:cNvPr id="5" name="备注占位符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zh-CN" altLang="en-US" smtClean="0"/>
              <a:t>单击此处编辑母版文本样式</a:t>
            </a:r>
            <a:endParaRPr lang="zh-CN" altLang="en-US" smtClean="0"/>
          </a:p>
          <a:p>
            <a:pPr lvl="1"/>
            <a:r>
              <a:rPr lang="zh-CN" altLang="en-US" smtClean="0"/>
              <a:t>第二级</a:t>
            </a:r>
            <a:endParaRPr lang="zh-CN" altLang="en-US" smtClean="0"/>
          </a:p>
          <a:p>
            <a:pPr lvl="2"/>
            <a:r>
              <a:rPr lang="zh-CN" altLang="en-US" smtClean="0"/>
              <a:t>第三级</a:t>
            </a:r>
            <a:endParaRPr lang="zh-CN" altLang="en-US" smtClean="0"/>
          </a:p>
          <a:p>
            <a:pPr lvl="3"/>
            <a:r>
              <a:rPr lang="zh-CN" altLang="en-US" smtClean="0"/>
              <a:t>第四级</a:t>
            </a:r>
            <a:endParaRPr lang="zh-CN" altLang="en-US" smtClean="0"/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zh-CN" altLang="en-US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A6837353-30EB-4A48-80EB-173D804AEFBD}" type="slidenum">
              <a:rPr lang="zh-CN" altLang="en-US" smtClean="0"/>
            </a:fld>
            <a:endParaRPr lang="zh-CN" alt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标题幻灯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zh-CN" altLang="en-US"/>
              <a:t>单击此处编辑母版标题样式</a:t>
            </a:r>
            <a:endParaRPr lang="zh-CN" altLang="en-US"/>
          </a:p>
        </p:txBody>
      </p:sp>
      <p:sp>
        <p:nvSpPr>
          <p:cNvPr id="3" name="副标题 2"/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zh-CN" altLang="en-US"/>
              <a:t>单击此处编辑母版副标题样式</a:t>
            </a:r>
            <a:endParaRPr lang="zh-CN" altLang="en-US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4C68347-0FDB-4CE6-B043-2C7588DAA4DE}" type="datetimeFigureOut">
              <a:rPr lang="zh-CN" altLang="en-US" smtClean="0"/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B23AA71-CBB8-4492-92DB-D19ACCFE8D7F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med" p14:dur="699">
        <p:fade/>
      </p:transition>
    </mc:Choice>
    <mc:Fallback>
      <p:transition spd="med">
        <p:fade/>
      </p:transition>
    </mc:Fallback>
  </mc:AlternateContent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标题和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  <a:endParaRPr lang="zh-CN" altLang="en-US"/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zh-CN" altLang="en-US"/>
              <a:t>单击此处编辑母版文本样式</a:t>
            </a:r>
            <a:endParaRPr lang="zh-CN" altLang="en-US"/>
          </a:p>
          <a:p>
            <a:pPr lvl="1"/>
            <a:r>
              <a:rPr lang="zh-CN" altLang="en-US"/>
              <a:t>二级</a:t>
            </a:r>
            <a:endParaRPr lang="zh-CN" altLang="en-US"/>
          </a:p>
          <a:p>
            <a:pPr lvl="2"/>
            <a:r>
              <a:rPr lang="zh-CN" altLang="en-US"/>
              <a:t>三级</a:t>
            </a:r>
            <a:endParaRPr lang="zh-CN" altLang="en-US"/>
          </a:p>
          <a:p>
            <a:pPr lvl="3"/>
            <a:r>
              <a:rPr lang="zh-CN" altLang="en-US"/>
              <a:t>四级</a:t>
            </a:r>
            <a:endParaRPr lang="zh-CN" altLang="en-US"/>
          </a:p>
          <a:p>
            <a:pPr lvl="4"/>
            <a:r>
              <a:rPr lang="zh-CN" altLang="en-US"/>
              <a:t>五级</a:t>
            </a:r>
            <a:endParaRPr lang="zh-CN" altLang="en-US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4C68347-0FDB-4CE6-B043-2C7588DAA4DE}" type="datetimeFigureOut">
              <a:rPr lang="zh-CN" altLang="en-US" smtClean="0"/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B23AA71-CBB8-4492-92DB-D19ACCFE8D7F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med" p14:dur="699">
        <p:fade/>
      </p:transition>
    </mc:Choice>
    <mc:Fallback>
      <p:transition spd="med">
        <p:fade/>
      </p:transition>
    </mc:Fallback>
  </mc:AlternateContent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节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zh-CN" altLang="en-US"/>
              <a:t>单击此处编辑母版标题样式</a:t>
            </a:r>
            <a:endParaRPr lang="zh-CN" altLang="en-US"/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zh-CN" altLang="en-US"/>
              <a:t>单击此处编辑母版文本样式</a:t>
            </a:r>
            <a:endParaRPr lang="zh-CN" altLang="en-US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4C68347-0FDB-4CE6-B043-2C7588DAA4DE}" type="datetimeFigureOut">
              <a:rPr lang="zh-CN" altLang="en-US" smtClean="0"/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B23AA71-CBB8-4492-92DB-D19ACCFE8D7F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med" p14:dur="699">
        <p:fade/>
      </p:transition>
    </mc:Choice>
    <mc:Fallback>
      <p:transition spd="med">
        <p:fade/>
      </p:transition>
    </mc:Fallback>
  </mc:AlternateContent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两栏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  <a:endParaRPr lang="zh-CN" altLang="en-US"/>
          </a:p>
        </p:txBody>
      </p:sp>
      <p:sp>
        <p:nvSpPr>
          <p:cNvPr id="3" name="内容占位符 2"/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  <a:endParaRPr lang="zh-CN" altLang="en-US"/>
          </a:p>
          <a:p>
            <a:pPr lvl="1"/>
            <a:r>
              <a:rPr lang="zh-CN" altLang="en-US"/>
              <a:t>二级</a:t>
            </a:r>
            <a:endParaRPr lang="zh-CN" altLang="en-US"/>
          </a:p>
          <a:p>
            <a:pPr lvl="2"/>
            <a:r>
              <a:rPr lang="zh-CN" altLang="en-US"/>
              <a:t>三级</a:t>
            </a:r>
            <a:endParaRPr lang="zh-CN" altLang="en-US"/>
          </a:p>
          <a:p>
            <a:pPr lvl="3"/>
            <a:r>
              <a:rPr lang="zh-CN" altLang="en-US"/>
              <a:t>四级</a:t>
            </a:r>
            <a:endParaRPr lang="zh-CN" altLang="en-US"/>
          </a:p>
          <a:p>
            <a:pPr lvl="4"/>
            <a:r>
              <a:rPr lang="zh-CN" altLang="en-US"/>
              <a:t>五级</a:t>
            </a:r>
            <a:endParaRPr lang="zh-CN" altLang="en-US"/>
          </a:p>
        </p:txBody>
      </p:sp>
      <p:sp>
        <p:nvSpPr>
          <p:cNvPr id="4" name="内容占位符 3"/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  <a:endParaRPr lang="zh-CN" altLang="en-US"/>
          </a:p>
          <a:p>
            <a:pPr lvl="1"/>
            <a:r>
              <a:rPr lang="zh-CN" altLang="en-US"/>
              <a:t>二级</a:t>
            </a:r>
            <a:endParaRPr lang="zh-CN" altLang="en-US"/>
          </a:p>
          <a:p>
            <a:pPr lvl="2"/>
            <a:r>
              <a:rPr lang="zh-CN" altLang="en-US"/>
              <a:t>三级</a:t>
            </a:r>
            <a:endParaRPr lang="zh-CN" altLang="en-US"/>
          </a:p>
          <a:p>
            <a:pPr lvl="3"/>
            <a:r>
              <a:rPr lang="zh-CN" altLang="en-US"/>
              <a:t>四级</a:t>
            </a:r>
            <a:endParaRPr lang="zh-CN" altLang="en-US"/>
          </a:p>
          <a:p>
            <a:pPr lvl="4"/>
            <a:r>
              <a:rPr lang="zh-CN" altLang="en-US"/>
              <a:t>五级</a:t>
            </a:r>
            <a:endParaRPr lang="zh-CN" altLang="en-US"/>
          </a:p>
        </p:txBody>
      </p:sp>
      <p:sp>
        <p:nvSpPr>
          <p:cNvPr id="5" name="日期占位符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4C68347-0FDB-4CE6-B043-2C7588DAA4DE}" type="datetimeFigureOut">
              <a:rPr lang="zh-CN" altLang="en-US" smtClean="0"/>
            </a:fld>
            <a:endParaRPr lang="zh-CN" altLang="en-US"/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B23AA71-CBB8-4492-92DB-D19ACCFE8D7F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med" p14:dur="699">
        <p:fade/>
      </p:transition>
    </mc:Choice>
    <mc:Fallback>
      <p:transition spd="med">
        <p:fade/>
      </p:transition>
    </mc:Fallback>
  </mc:AlternateContent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比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zh-CN" altLang="en-US"/>
              <a:t>单击此处编辑母版标题样式</a:t>
            </a:r>
            <a:endParaRPr lang="zh-CN" altLang="en-US"/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/>
              <a:t>单击此处编辑母版文本样式</a:t>
            </a:r>
            <a:endParaRPr lang="zh-CN" altLang="en-US"/>
          </a:p>
        </p:txBody>
      </p:sp>
      <p:sp>
        <p:nvSpPr>
          <p:cNvPr id="4" name="内容占位符 3"/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  <a:endParaRPr lang="zh-CN" altLang="en-US"/>
          </a:p>
          <a:p>
            <a:pPr lvl="1"/>
            <a:r>
              <a:rPr lang="zh-CN" altLang="en-US"/>
              <a:t>二级</a:t>
            </a:r>
            <a:endParaRPr lang="zh-CN" altLang="en-US"/>
          </a:p>
          <a:p>
            <a:pPr lvl="2"/>
            <a:r>
              <a:rPr lang="zh-CN" altLang="en-US"/>
              <a:t>三级</a:t>
            </a:r>
            <a:endParaRPr lang="zh-CN" altLang="en-US"/>
          </a:p>
          <a:p>
            <a:pPr lvl="3"/>
            <a:r>
              <a:rPr lang="zh-CN" altLang="en-US"/>
              <a:t>四级</a:t>
            </a:r>
            <a:endParaRPr lang="zh-CN" altLang="en-US"/>
          </a:p>
          <a:p>
            <a:pPr lvl="4"/>
            <a:r>
              <a:rPr lang="zh-CN" altLang="en-US"/>
              <a:t>五级</a:t>
            </a:r>
            <a:endParaRPr lang="zh-CN" altLang="en-US"/>
          </a:p>
        </p:txBody>
      </p:sp>
      <p:sp>
        <p:nvSpPr>
          <p:cNvPr id="5" name="文本占位符 4"/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/>
              <a:t>单击此处编辑母版文本样式</a:t>
            </a:r>
            <a:endParaRPr lang="zh-CN" altLang="en-US"/>
          </a:p>
        </p:txBody>
      </p:sp>
      <p:sp>
        <p:nvSpPr>
          <p:cNvPr id="6" name="内容占位符 5"/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  <a:endParaRPr lang="zh-CN" altLang="en-US"/>
          </a:p>
          <a:p>
            <a:pPr lvl="1"/>
            <a:r>
              <a:rPr lang="zh-CN" altLang="en-US"/>
              <a:t>二级</a:t>
            </a:r>
            <a:endParaRPr lang="zh-CN" altLang="en-US"/>
          </a:p>
          <a:p>
            <a:pPr lvl="2"/>
            <a:r>
              <a:rPr lang="zh-CN" altLang="en-US"/>
              <a:t>三级</a:t>
            </a:r>
            <a:endParaRPr lang="zh-CN" altLang="en-US"/>
          </a:p>
          <a:p>
            <a:pPr lvl="3"/>
            <a:r>
              <a:rPr lang="zh-CN" altLang="en-US"/>
              <a:t>四级</a:t>
            </a:r>
            <a:endParaRPr lang="zh-CN" altLang="en-US"/>
          </a:p>
          <a:p>
            <a:pPr lvl="4"/>
            <a:r>
              <a:rPr lang="zh-CN" altLang="en-US"/>
              <a:t>五级</a:t>
            </a:r>
            <a:endParaRPr lang="zh-CN" altLang="en-US"/>
          </a:p>
        </p:txBody>
      </p:sp>
      <p:sp>
        <p:nvSpPr>
          <p:cNvPr id="7" name="日期占位符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4C68347-0FDB-4CE6-B043-2C7588DAA4DE}" type="datetimeFigureOut">
              <a:rPr lang="zh-CN" altLang="en-US" smtClean="0"/>
            </a:fld>
            <a:endParaRPr lang="zh-CN" altLang="en-US"/>
          </a:p>
        </p:txBody>
      </p:sp>
      <p:sp>
        <p:nvSpPr>
          <p:cNvPr id="8" name="页脚占位符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9" name="灯片编号占位符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B23AA71-CBB8-4492-92DB-D19ACCFE8D7F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med" p14:dur="699">
        <p:fade/>
      </p:transition>
    </mc:Choice>
    <mc:Fallback>
      <p:transition spd="med">
        <p:fade/>
      </p:transition>
    </mc:Fallback>
  </mc:AlternateContent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仅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  <a:endParaRPr lang="zh-CN" altLang="en-US"/>
          </a:p>
        </p:txBody>
      </p:sp>
      <p:sp>
        <p:nvSpPr>
          <p:cNvPr id="3" name="日期占位符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4C68347-0FDB-4CE6-B043-2C7588DAA4DE}" type="datetimeFigureOut">
              <a:rPr lang="zh-CN" altLang="en-US" smtClean="0"/>
            </a:fld>
            <a:endParaRPr lang="zh-CN" altLang="en-US"/>
          </a:p>
        </p:txBody>
      </p:sp>
      <p:sp>
        <p:nvSpPr>
          <p:cNvPr id="4" name="页脚占位符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5" name="灯片编号占位符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B23AA71-CBB8-4492-92DB-D19ACCFE8D7F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med" p14:dur="699">
        <p:fade/>
      </p:transition>
    </mc:Choice>
    <mc:Fallback>
      <p:transition spd="med">
        <p:fade/>
      </p:transition>
    </mc:Fallback>
  </mc:AlternateContent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空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日期占位符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4C68347-0FDB-4CE6-B043-2C7588DAA4DE}" type="datetimeFigureOut">
              <a:rPr lang="zh-CN" altLang="en-US" smtClean="0"/>
            </a:fld>
            <a:endParaRPr lang="zh-CN" altLang="en-US"/>
          </a:p>
        </p:txBody>
      </p:sp>
      <p:sp>
        <p:nvSpPr>
          <p:cNvPr id="3" name="页脚占位符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B23AA71-CBB8-4492-92DB-D19ACCFE8D7F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med" p14:dur="699">
        <p:fade/>
      </p:transition>
    </mc:Choice>
    <mc:Fallback>
      <p:transition spd="med">
        <p:fade/>
      </p:transition>
    </mc:Fallback>
  </mc:AlternateContent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内容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zh-CN" altLang="en-US"/>
              <a:t>单击此处编辑母版标题样式</a:t>
            </a:r>
            <a:endParaRPr lang="zh-CN" altLang="en-US"/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zh-CN" altLang="en-US"/>
              <a:t>单击此处编辑母版文本样式</a:t>
            </a:r>
            <a:endParaRPr lang="zh-CN" altLang="en-US"/>
          </a:p>
          <a:p>
            <a:pPr lvl="1"/>
            <a:r>
              <a:rPr lang="zh-CN" altLang="en-US"/>
              <a:t>二级</a:t>
            </a:r>
            <a:endParaRPr lang="zh-CN" altLang="en-US"/>
          </a:p>
          <a:p>
            <a:pPr lvl="2"/>
            <a:r>
              <a:rPr lang="zh-CN" altLang="en-US"/>
              <a:t>三级</a:t>
            </a:r>
            <a:endParaRPr lang="zh-CN" altLang="en-US"/>
          </a:p>
          <a:p>
            <a:pPr lvl="3"/>
            <a:r>
              <a:rPr lang="zh-CN" altLang="en-US"/>
              <a:t>四级</a:t>
            </a:r>
            <a:endParaRPr lang="zh-CN" altLang="en-US"/>
          </a:p>
          <a:p>
            <a:pPr lvl="4"/>
            <a:r>
              <a:rPr lang="zh-CN" altLang="en-US"/>
              <a:t>五级</a:t>
            </a:r>
            <a:endParaRPr lang="zh-CN" altLang="en-US"/>
          </a:p>
        </p:txBody>
      </p:sp>
      <p:sp>
        <p:nvSpPr>
          <p:cNvPr id="4" name="文本占位符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zh-CN" altLang="en-US"/>
              <a:t>单击此处编辑母版文本样式</a:t>
            </a:r>
            <a:endParaRPr lang="zh-CN" altLang="en-US"/>
          </a:p>
        </p:txBody>
      </p:sp>
      <p:sp>
        <p:nvSpPr>
          <p:cNvPr id="5" name="日期占位符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4C68347-0FDB-4CE6-B043-2C7588DAA4DE}" type="datetimeFigureOut">
              <a:rPr lang="zh-CN" altLang="en-US" smtClean="0"/>
            </a:fld>
            <a:endParaRPr lang="zh-CN" altLang="en-US"/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B23AA71-CBB8-4492-92DB-D19ACCFE8D7F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med" p14:dur="699">
        <p:fade/>
      </p:transition>
    </mc:Choice>
    <mc:Fallback>
      <p:transition spd="med">
        <p:fade/>
      </p:transition>
    </mc:Fallback>
  </mc:AlternateContent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图片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zh-CN" altLang="en-US"/>
              <a:t>单击此处编辑母版标题样式</a:t>
            </a:r>
            <a:endParaRPr lang="zh-CN" altLang="en-US"/>
          </a:p>
        </p:txBody>
      </p:sp>
      <p:sp>
        <p:nvSpPr>
          <p:cNvPr id="3" name="图片占位符 2"/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zh-CN" altLang="en-US"/>
          </a:p>
        </p:txBody>
      </p:sp>
      <p:sp>
        <p:nvSpPr>
          <p:cNvPr id="4" name="文本占位符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zh-CN" altLang="en-US"/>
              <a:t>单击此处编辑母版文本样式</a:t>
            </a:r>
            <a:endParaRPr lang="zh-CN" altLang="en-US"/>
          </a:p>
        </p:txBody>
      </p:sp>
      <p:sp>
        <p:nvSpPr>
          <p:cNvPr id="5" name="日期占位符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4C68347-0FDB-4CE6-B043-2C7588DAA4DE}" type="datetimeFigureOut">
              <a:rPr lang="zh-CN" altLang="en-US" smtClean="0"/>
            </a:fld>
            <a:endParaRPr lang="zh-CN" altLang="en-US"/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B23AA71-CBB8-4492-92DB-D19ACCFE8D7F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med" p14:dur="699">
        <p:fade/>
      </p:transition>
    </mc:Choice>
    <mc:Fallback>
      <p:transition spd="med">
        <p:fade/>
      </p:transition>
    </mc:Fallback>
  </mc:AlternateContent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标题和竖排文字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  <a:endParaRPr lang="zh-CN" altLang="en-US"/>
          </a:p>
        </p:txBody>
      </p:sp>
      <p:sp>
        <p:nvSpPr>
          <p:cNvPr id="3" name="竖排文字占位符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zh-CN" altLang="en-US"/>
              <a:t>单击此处编辑母版文本样式</a:t>
            </a:r>
            <a:endParaRPr lang="zh-CN" altLang="en-US"/>
          </a:p>
          <a:p>
            <a:pPr lvl="1"/>
            <a:r>
              <a:rPr lang="zh-CN" altLang="en-US"/>
              <a:t>二级</a:t>
            </a:r>
            <a:endParaRPr lang="zh-CN" altLang="en-US"/>
          </a:p>
          <a:p>
            <a:pPr lvl="2"/>
            <a:r>
              <a:rPr lang="zh-CN" altLang="en-US"/>
              <a:t>三级</a:t>
            </a:r>
            <a:endParaRPr lang="zh-CN" altLang="en-US"/>
          </a:p>
          <a:p>
            <a:pPr lvl="3"/>
            <a:r>
              <a:rPr lang="zh-CN" altLang="en-US"/>
              <a:t>四级</a:t>
            </a:r>
            <a:endParaRPr lang="zh-CN" altLang="en-US"/>
          </a:p>
          <a:p>
            <a:pPr lvl="4"/>
            <a:r>
              <a:rPr lang="zh-CN" altLang="en-US"/>
              <a:t>五级</a:t>
            </a:r>
            <a:endParaRPr lang="zh-CN" altLang="en-US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4C68347-0FDB-4CE6-B043-2C7588DAA4DE}" type="datetimeFigureOut">
              <a:rPr lang="zh-CN" altLang="en-US" smtClean="0"/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B23AA71-CBB8-4492-92DB-D19ACCFE8D7F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med" p14:dur="699">
        <p:fade/>
      </p:transition>
    </mc:Choice>
    <mc:Fallback>
      <p:transition spd="med">
        <p:fade/>
      </p:transition>
    </mc:Fallback>
  </mc:AlternateContent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竖排标题与文本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竖排标题 1"/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zh-CN" altLang="en-US"/>
              <a:t>单击此处编辑母版标题样式</a:t>
            </a:r>
            <a:endParaRPr lang="zh-CN" altLang="en-US"/>
          </a:p>
        </p:txBody>
      </p:sp>
      <p:sp>
        <p:nvSpPr>
          <p:cNvPr id="3" name="竖排文字占位符 2"/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zh-CN" altLang="en-US"/>
              <a:t>单击此处编辑母版文本样式</a:t>
            </a:r>
            <a:endParaRPr lang="zh-CN" altLang="en-US"/>
          </a:p>
          <a:p>
            <a:pPr lvl="1"/>
            <a:r>
              <a:rPr lang="zh-CN" altLang="en-US"/>
              <a:t>二级</a:t>
            </a:r>
            <a:endParaRPr lang="zh-CN" altLang="en-US"/>
          </a:p>
          <a:p>
            <a:pPr lvl="2"/>
            <a:r>
              <a:rPr lang="zh-CN" altLang="en-US"/>
              <a:t>三级</a:t>
            </a:r>
            <a:endParaRPr lang="zh-CN" altLang="en-US"/>
          </a:p>
          <a:p>
            <a:pPr lvl="3"/>
            <a:r>
              <a:rPr lang="zh-CN" altLang="en-US"/>
              <a:t>四级</a:t>
            </a:r>
            <a:endParaRPr lang="zh-CN" altLang="en-US"/>
          </a:p>
          <a:p>
            <a:pPr lvl="4"/>
            <a:r>
              <a:rPr lang="zh-CN" altLang="en-US"/>
              <a:t>五级</a:t>
            </a:r>
            <a:endParaRPr lang="zh-CN" altLang="en-US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4C68347-0FDB-4CE6-B043-2C7588DAA4DE}" type="datetimeFigureOut">
              <a:rPr lang="zh-CN" altLang="en-US" smtClean="0"/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B23AA71-CBB8-4492-92DB-D19ACCFE8D7F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med" p14:dur="699">
        <p:fade/>
      </p:transition>
    </mc:Choice>
    <mc:Fallback>
      <p:transition spd="med">
        <p:fade/>
      </p:transition>
    </mc:Fallback>
  </mc:AlternateContent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标题幻灯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zh-CN" altLang="en-US"/>
              <a:t>单击此处编辑母版标题样式</a:t>
            </a:r>
            <a:endParaRPr lang="zh-CN" altLang="en-US"/>
          </a:p>
        </p:txBody>
      </p:sp>
      <p:sp>
        <p:nvSpPr>
          <p:cNvPr id="3" name="副标题 2"/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zh-CN" altLang="en-US"/>
              <a:t>单击此处编辑母版副标题样式</a:t>
            </a:r>
            <a:endParaRPr lang="zh-CN" altLang="en-US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4C68347-0FDB-4CE6-B043-2C7588DAA4DE}" type="datetimeFigureOut">
              <a:rPr lang="zh-CN" altLang="en-US" smtClean="0"/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B23AA71-CBB8-4492-92DB-D19ACCFE8D7F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med" p14:dur="699">
        <p:fade/>
      </p:transition>
    </mc:Choice>
    <mc:Fallback>
      <p:transition spd="med">
        <p:fade/>
      </p:transition>
    </mc:Fallback>
  </mc:AlternateContent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标题和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  <a:endParaRPr lang="zh-CN" altLang="en-US"/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zh-CN" altLang="en-US"/>
              <a:t>单击此处编辑母版文本样式</a:t>
            </a:r>
            <a:endParaRPr lang="zh-CN" altLang="en-US"/>
          </a:p>
          <a:p>
            <a:pPr lvl="1"/>
            <a:r>
              <a:rPr lang="zh-CN" altLang="en-US"/>
              <a:t>二级</a:t>
            </a:r>
            <a:endParaRPr lang="zh-CN" altLang="en-US"/>
          </a:p>
          <a:p>
            <a:pPr lvl="2"/>
            <a:r>
              <a:rPr lang="zh-CN" altLang="en-US"/>
              <a:t>三级</a:t>
            </a:r>
            <a:endParaRPr lang="zh-CN" altLang="en-US"/>
          </a:p>
          <a:p>
            <a:pPr lvl="3"/>
            <a:r>
              <a:rPr lang="zh-CN" altLang="en-US"/>
              <a:t>四级</a:t>
            </a:r>
            <a:endParaRPr lang="zh-CN" altLang="en-US"/>
          </a:p>
          <a:p>
            <a:pPr lvl="4"/>
            <a:r>
              <a:rPr lang="zh-CN" altLang="en-US"/>
              <a:t>五级</a:t>
            </a:r>
            <a:endParaRPr lang="zh-CN" altLang="en-US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4C68347-0FDB-4CE6-B043-2C7588DAA4DE}" type="datetimeFigureOut">
              <a:rPr lang="zh-CN" altLang="en-US" smtClean="0"/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B23AA71-CBB8-4492-92DB-D19ACCFE8D7F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med" p14:dur="699">
        <p:fade/>
      </p:transition>
    </mc:Choice>
    <mc:Fallback>
      <p:transition spd="med">
        <p:fade/>
      </p:transition>
    </mc:Fallback>
  </mc:AlternateContent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节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zh-CN" altLang="en-US"/>
              <a:t>单击此处编辑母版标题样式</a:t>
            </a:r>
            <a:endParaRPr lang="zh-CN" altLang="en-US"/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zh-CN" altLang="en-US"/>
              <a:t>单击此处编辑母版文本样式</a:t>
            </a:r>
            <a:endParaRPr lang="zh-CN" altLang="en-US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4C68347-0FDB-4CE6-B043-2C7588DAA4DE}" type="datetimeFigureOut">
              <a:rPr lang="zh-CN" altLang="en-US" smtClean="0"/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B23AA71-CBB8-4492-92DB-D19ACCFE8D7F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med" p14:dur="699">
        <p:fade/>
      </p:transition>
    </mc:Choice>
    <mc:Fallback>
      <p:transition spd="med">
        <p:fade/>
      </p:transition>
    </mc:Fallback>
  </mc:AlternateContent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两栏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  <a:endParaRPr lang="zh-CN" altLang="en-US"/>
          </a:p>
        </p:txBody>
      </p:sp>
      <p:sp>
        <p:nvSpPr>
          <p:cNvPr id="3" name="内容占位符 2"/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  <a:endParaRPr lang="zh-CN" altLang="en-US"/>
          </a:p>
          <a:p>
            <a:pPr lvl="1"/>
            <a:r>
              <a:rPr lang="zh-CN" altLang="en-US"/>
              <a:t>二级</a:t>
            </a:r>
            <a:endParaRPr lang="zh-CN" altLang="en-US"/>
          </a:p>
          <a:p>
            <a:pPr lvl="2"/>
            <a:r>
              <a:rPr lang="zh-CN" altLang="en-US"/>
              <a:t>三级</a:t>
            </a:r>
            <a:endParaRPr lang="zh-CN" altLang="en-US"/>
          </a:p>
          <a:p>
            <a:pPr lvl="3"/>
            <a:r>
              <a:rPr lang="zh-CN" altLang="en-US"/>
              <a:t>四级</a:t>
            </a:r>
            <a:endParaRPr lang="zh-CN" altLang="en-US"/>
          </a:p>
          <a:p>
            <a:pPr lvl="4"/>
            <a:r>
              <a:rPr lang="zh-CN" altLang="en-US"/>
              <a:t>五级</a:t>
            </a:r>
            <a:endParaRPr lang="zh-CN" altLang="en-US"/>
          </a:p>
        </p:txBody>
      </p:sp>
      <p:sp>
        <p:nvSpPr>
          <p:cNvPr id="4" name="内容占位符 3"/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  <a:endParaRPr lang="zh-CN" altLang="en-US"/>
          </a:p>
          <a:p>
            <a:pPr lvl="1"/>
            <a:r>
              <a:rPr lang="zh-CN" altLang="en-US"/>
              <a:t>二级</a:t>
            </a:r>
            <a:endParaRPr lang="zh-CN" altLang="en-US"/>
          </a:p>
          <a:p>
            <a:pPr lvl="2"/>
            <a:r>
              <a:rPr lang="zh-CN" altLang="en-US"/>
              <a:t>三级</a:t>
            </a:r>
            <a:endParaRPr lang="zh-CN" altLang="en-US"/>
          </a:p>
          <a:p>
            <a:pPr lvl="3"/>
            <a:r>
              <a:rPr lang="zh-CN" altLang="en-US"/>
              <a:t>四级</a:t>
            </a:r>
            <a:endParaRPr lang="zh-CN" altLang="en-US"/>
          </a:p>
          <a:p>
            <a:pPr lvl="4"/>
            <a:r>
              <a:rPr lang="zh-CN" altLang="en-US"/>
              <a:t>五级</a:t>
            </a:r>
            <a:endParaRPr lang="zh-CN" altLang="en-US"/>
          </a:p>
        </p:txBody>
      </p:sp>
      <p:sp>
        <p:nvSpPr>
          <p:cNvPr id="5" name="日期占位符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4C68347-0FDB-4CE6-B043-2C7588DAA4DE}" type="datetimeFigureOut">
              <a:rPr lang="zh-CN" altLang="en-US" smtClean="0"/>
            </a:fld>
            <a:endParaRPr lang="zh-CN" altLang="en-US"/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B23AA71-CBB8-4492-92DB-D19ACCFE8D7F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med" p14:dur="699">
        <p:fade/>
      </p:transition>
    </mc:Choice>
    <mc:Fallback>
      <p:transition spd="med">
        <p:fade/>
      </p:transition>
    </mc:Fallback>
  </mc:AlternateContent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比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zh-CN" altLang="en-US"/>
              <a:t>单击此处编辑母版标题样式</a:t>
            </a:r>
            <a:endParaRPr lang="zh-CN" altLang="en-US"/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/>
              <a:t>单击此处编辑母版文本样式</a:t>
            </a:r>
            <a:endParaRPr lang="zh-CN" altLang="en-US"/>
          </a:p>
        </p:txBody>
      </p:sp>
      <p:sp>
        <p:nvSpPr>
          <p:cNvPr id="4" name="内容占位符 3"/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  <a:endParaRPr lang="zh-CN" altLang="en-US"/>
          </a:p>
          <a:p>
            <a:pPr lvl="1"/>
            <a:r>
              <a:rPr lang="zh-CN" altLang="en-US"/>
              <a:t>二级</a:t>
            </a:r>
            <a:endParaRPr lang="zh-CN" altLang="en-US"/>
          </a:p>
          <a:p>
            <a:pPr lvl="2"/>
            <a:r>
              <a:rPr lang="zh-CN" altLang="en-US"/>
              <a:t>三级</a:t>
            </a:r>
            <a:endParaRPr lang="zh-CN" altLang="en-US"/>
          </a:p>
          <a:p>
            <a:pPr lvl="3"/>
            <a:r>
              <a:rPr lang="zh-CN" altLang="en-US"/>
              <a:t>四级</a:t>
            </a:r>
            <a:endParaRPr lang="zh-CN" altLang="en-US"/>
          </a:p>
          <a:p>
            <a:pPr lvl="4"/>
            <a:r>
              <a:rPr lang="zh-CN" altLang="en-US"/>
              <a:t>五级</a:t>
            </a:r>
            <a:endParaRPr lang="zh-CN" altLang="en-US"/>
          </a:p>
        </p:txBody>
      </p:sp>
      <p:sp>
        <p:nvSpPr>
          <p:cNvPr id="5" name="文本占位符 4"/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/>
              <a:t>单击此处编辑母版文本样式</a:t>
            </a:r>
            <a:endParaRPr lang="zh-CN" altLang="en-US"/>
          </a:p>
        </p:txBody>
      </p:sp>
      <p:sp>
        <p:nvSpPr>
          <p:cNvPr id="6" name="内容占位符 5"/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  <a:endParaRPr lang="zh-CN" altLang="en-US"/>
          </a:p>
          <a:p>
            <a:pPr lvl="1"/>
            <a:r>
              <a:rPr lang="zh-CN" altLang="en-US"/>
              <a:t>二级</a:t>
            </a:r>
            <a:endParaRPr lang="zh-CN" altLang="en-US"/>
          </a:p>
          <a:p>
            <a:pPr lvl="2"/>
            <a:r>
              <a:rPr lang="zh-CN" altLang="en-US"/>
              <a:t>三级</a:t>
            </a:r>
            <a:endParaRPr lang="zh-CN" altLang="en-US"/>
          </a:p>
          <a:p>
            <a:pPr lvl="3"/>
            <a:r>
              <a:rPr lang="zh-CN" altLang="en-US"/>
              <a:t>四级</a:t>
            </a:r>
            <a:endParaRPr lang="zh-CN" altLang="en-US"/>
          </a:p>
          <a:p>
            <a:pPr lvl="4"/>
            <a:r>
              <a:rPr lang="zh-CN" altLang="en-US"/>
              <a:t>五级</a:t>
            </a:r>
            <a:endParaRPr lang="zh-CN" altLang="en-US"/>
          </a:p>
        </p:txBody>
      </p:sp>
      <p:sp>
        <p:nvSpPr>
          <p:cNvPr id="7" name="日期占位符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4C68347-0FDB-4CE6-B043-2C7588DAA4DE}" type="datetimeFigureOut">
              <a:rPr lang="zh-CN" altLang="en-US" smtClean="0"/>
            </a:fld>
            <a:endParaRPr lang="zh-CN" altLang="en-US"/>
          </a:p>
        </p:txBody>
      </p:sp>
      <p:sp>
        <p:nvSpPr>
          <p:cNvPr id="8" name="页脚占位符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9" name="灯片编号占位符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B23AA71-CBB8-4492-92DB-D19ACCFE8D7F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med" p14:dur="699">
        <p:fade/>
      </p:transition>
    </mc:Choice>
    <mc:Fallback>
      <p:transition spd="med">
        <p:fade/>
      </p:transition>
    </mc:Fallback>
  </mc:AlternateContent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仅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  <a:endParaRPr lang="zh-CN" altLang="en-US"/>
          </a:p>
        </p:txBody>
      </p:sp>
      <p:sp>
        <p:nvSpPr>
          <p:cNvPr id="3" name="日期占位符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4C68347-0FDB-4CE6-B043-2C7588DAA4DE}" type="datetimeFigureOut">
              <a:rPr lang="zh-CN" altLang="en-US" smtClean="0"/>
            </a:fld>
            <a:endParaRPr lang="zh-CN" altLang="en-US"/>
          </a:p>
        </p:txBody>
      </p:sp>
      <p:sp>
        <p:nvSpPr>
          <p:cNvPr id="4" name="页脚占位符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5" name="灯片编号占位符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B23AA71-CBB8-4492-92DB-D19ACCFE8D7F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med" p14:dur="699">
        <p:fade/>
      </p:transition>
    </mc:Choice>
    <mc:Fallback>
      <p:transition spd="med">
        <p:fade/>
      </p:transition>
    </mc:Fallback>
  </mc:AlternateContent>
</p:sldLayout>
</file>

<file path=ppt/slideLayouts/slideLayout18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空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日期占位符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4C68347-0FDB-4CE6-B043-2C7588DAA4DE}" type="datetimeFigureOut">
              <a:rPr lang="zh-CN" altLang="en-US" smtClean="0"/>
            </a:fld>
            <a:endParaRPr lang="zh-CN" altLang="en-US"/>
          </a:p>
        </p:txBody>
      </p:sp>
      <p:sp>
        <p:nvSpPr>
          <p:cNvPr id="3" name="页脚占位符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B23AA71-CBB8-4492-92DB-D19ACCFE8D7F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med" p14:dur="699">
        <p:fade/>
      </p:transition>
    </mc:Choice>
    <mc:Fallback>
      <p:transition spd="med">
        <p:fade/>
      </p:transition>
    </mc:Fallback>
  </mc:AlternateContent>
</p:sldLayout>
</file>

<file path=ppt/slideLayouts/slideLayout19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内容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zh-CN" altLang="en-US"/>
              <a:t>单击此处编辑母版标题样式</a:t>
            </a:r>
            <a:endParaRPr lang="zh-CN" altLang="en-US"/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zh-CN" altLang="en-US"/>
              <a:t>单击此处编辑母版文本样式</a:t>
            </a:r>
            <a:endParaRPr lang="zh-CN" altLang="en-US"/>
          </a:p>
          <a:p>
            <a:pPr lvl="1"/>
            <a:r>
              <a:rPr lang="zh-CN" altLang="en-US"/>
              <a:t>二级</a:t>
            </a:r>
            <a:endParaRPr lang="zh-CN" altLang="en-US"/>
          </a:p>
          <a:p>
            <a:pPr lvl="2"/>
            <a:r>
              <a:rPr lang="zh-CN" altLang="en-US"/>
              <a:t>三级</a:t>
            </a:r>
            <a:endParaRPr lang="zh-CN" altLang="en-US"/>
          </a:p>
          <a:p>
            <a:pPr lvl="3"/>
            <a:r>
              <a:rPr lang="zh-CN" altLang="en-US"/>
              <a:t>四级</a:t>
            </a:r>
            <a:endParaRPr lang="zh-CN" altLang="en-US"/>
          </a:p>
          <a:p>
            <a:pPr lvl="4"/>
            <a:r>
              <a:rPr lang="zh-CN" altLang="en-US"/>
              <a:t>五级</a:t>
            </a:r>
            <a:endParaRPr lang="zh-CN" altLang="en-US"/>
          </a:p>
        </p:txBody>
      </p:sp>
      <p:sp>
        <p:nvSpPr>
          <p:cNvPr id="4" name="文本占位符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zh-CN" altLang="en-US"/>
              <a:t>单击此处编辑母版文本样式</a:t>
            </a:r>
            <a:endParaRPr lang="zh-CN" altLang="en-US"/>
          </a:p>
        </p:txBody>
      </p:sp>
      <p:sp>
        <p:nvSpPr>
          <p:cNvPr id="5" name="日期占位符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4C68347-0FDB-4CE6-B043-2C7588DAA4DE}" type="datetimeFigureOut">
              <a:rPr lang="zh-CN" altLang="en-US" smtClean="0"/>
            </a:fld>
            <a:endParaRPr lang="zh-CN" altLang="en-US"/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B23AA71-CBB8-4492-92DB-D19ACCFE8D7F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med" p14:dur="699">
        <p:fade/>
      </p:transition>
    </mc:Choice>
    <mc:Fallback>
      <p:transition spd="med">
        <p:fade/>
      </p:transition>
    </mc:Fallback>
  </mc:AlternateContent>
</p:sldLayout>
</file>

<file path=ppt/slideLayouts/slideLayout20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图片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zh-CN" altLang="en-US"/>
              <a:t>单击此处编辑母版标题样式</a:t>
            </a:r>
            <a:endParaRPr lang="zh-CN" altLang="en-US"/>
          </a:p>
        </p:txBody>
      </p:sp>
      <p:sp>
        <p:nvSpPr>
          <p:cNvPr id="3" name="图片占位符 2"/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zh-CN" altLang="en-US"/>
          </a:p>
        </p:txBody>
      </p:sp>
      <p:sp>
        <p:nvSpPr>
          <p:cNvPr id="4" name="文本占位符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zh-CN" altLang="en-US"/>
              <a:t>单击此处编辑母版文本样式</a:t>
            </a:r>
            <a:endParaRPr lang="zh-CN" altLang="en-US"/>
          </a:p>
        </p:txBody>
      </p:sp>
      <p:sp>
        <p:nvSpPr>
          <p:cNvPr id="5" name="日期占位符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4C68347-0FDB-4CE6-B043-2C7588DAA4DE}" type="datetimeFigureOut">
              <a:rPr lang="zh-CN" altLang="en-US" smtClean="0"/>
            </a:fld>
            <a:endParaRPr lang="zh-CN" altLang="en-US"/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B23AA71-CBB8-4492-92DB-D19ACCFE8D7F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med" p14:dur="699">
        <p:fade/>
      </p:transition>
    </mc:Choice>
    <mc:Fallback>
      <p:transition spd="med">
        <p:fade/>
      </p:transition>
    </mc:Fallback>
  </mc:AlternateContent>
</p:sldLayout>
</file>

<file path=ppt/slideLayouts/slideLayout2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标题和竖排文字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  <a:endParaRPr lang="zh-CN" altLang="en-US"/>
          </a:p>
        </p:txBody>
      </p:sp>
      <p:sp>
        <p:nvSpPr>
          <p:cNvPr id="3" name="竖排文字占位符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zh-CN" altLang="en-US"/>
              <a:t>单击此处编辑母版文本样式</a:t>
            </a:r>
            <a:endParaRPr lang="zh-CN" altLang="en-US"/>
          </a:p>
          <a:p>
            <a:pPr lvl="1"/>
            <a:r>
              <a:rPr lang="zh-CN" altLang="en-US"/>
              <a:t>二级</a:t>
            </a:r>
            <a:endParaRPr lang="zh-CN" altLang="en-US"/>
          </a:p>
          <a:p>
            <a:pPr lvl="2"/>
            <a:r>
              <a:rPr lang="zh-CN" altLang="en-US"/>
              <a:t>三级</a:t>
            </a:r>
            <a:endParaRPr lang="zh-CN" altLang="en-US"/>
          </a:p>
          <a:p>
            <a:pPr lvl="3"/>
            <a:r>
              <a:rPr lang="zh-CN" altLang="en-US"/>
              <a:t>四级</a:t>
            </a:r>
            <a:endParaRPr lang="zh-CN" altLang="en-US"/>
          </a:p>
          <a:p>
            <a:pPr lvl="4"/>
            <a:r>
              <a:rPr lang="zh-CN" altLang="en-US"/>
              <a:t>五级</a:t>
            </a:r>
            <a:endParaRPr lang="zh-CN" altLang="en-US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4C68347-0FDB-4CE6-B043-2C7588DAA4DE}" type="datetimeFigureOut">
              <a:rPr lang="zh-CN" altLang="en-US" smtClean="0"/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B23AA71-CBB8-4492-92DB-D19ACCFE8D7F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med" p14:dur="699">
        <p:fade/>
      </p:transition>
    </mc:Choice>
    <mc:Fallback>
      <p:transition spd="med">
        <p:fade/>
      </p:transition>
    </mc:Fallback>
  </mc:AlternateContent>
</p:sldLayout>
</file>

<file path=ppt/slideLayouts/slideLayout22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竖排标题与文本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竖排标题 1"/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zh-CN" altLang="en-US"/>
              <a:t>单击此处编辑母版标题样式</a:t>
            </a:r>
            <a:endParaRPr lang="zh-CN" altLang="en-US"/>
          </a:p>
        </p:txBody>
      </p:sp>
      <p:sp>
        <p:nvSpPr>
          <p:cNvPr id="3" name="竖排文字占位符 2"/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zh-CN" altLang="en-US"/>
              <a:t>单击此处编辑母版文本样式</a:t>
            </a:r>
            <a:endParaRPr lang="zh-CN" altLang="en-US"/>
          </a:p>
          <a:p>
            <a:pPr lvl="1"/>
            <a:r>
              <a:rPr lang="zh-CN" altLang="en-US"/>
              <a:t>二级</a:t>
            </a:r>
            <a:endParaRPr lang="zh-CN" altLang="en-US"/>
          </a:p>
          <a:p>
            <a:pPr lvl="2"/>
            <a:r>
              <a:rPr lang="zh-CN" altLang="en-US"/>
              <a:t>三级</a:t>
            </a:r>
            <a:endParaRPr lang="zh-CN" altLang="en-US"/>
          </a:p>
          <a:p>
            <a:pPr lvl="3"/>
            <a:r>
              <a:rPr lang="zh-CN" altLang="en-US"/>
              <a:t>四级</a:t>
            </a:r>
            <a:endParaRPr lang="zh-CN" altLang="en-US"/>
          </a:p>
          <a:p>
            <a:pPr lvl="4"/>
            <a:r>
              <a:rPr lang="zh-CN" altLang="en-US"/>
              <a:t>五级</a:t>
            </a:r>
            <a:endParaRPr lang="zh-CN" altLang="en-US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4C68347-0FDB-4CE6-B043-2C7588DAA4DE}" type="datetimeFigureOut">
              <a:rPr lang="zh-CN" altLang="en-US" smtClean="0"/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B23AA71-CBB8-4492-92DB-D19ACCFE8D7F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med" p14:dur="699">
        <p:fade/>
      </p:transition>
    </mc:Choice>
    <mc:Fallback>
      <p:transition spd="med">
        <p:fade/>
      </p:transition>
    </mc:Fallback>
  </mc:AlternateContent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_rels/slideMaster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2.xml"/><Relationship Id="rId2" Type="http://schemas.openxmlformats.org/officeDocument/2006/relationships/slideLayout" Target="../slideLayouts/slideLayout13.xml"/><Relationship Id="rId3" Type="http://schemas.openxmlformats.org/officeDocument/2006/relationships/slideLayout" Target="../slideLayouts/slideLayout14.xml"/><Relationship Id="rId4" Type="http://schemas.openxmlformats.org/officeDocument/2006/relationships/slideLayout" Target="../slideLayouts/slideLayout15.xml"/><Relationship Id="rId5" Type="http://schemas.openxmlformats.org/officeDocument/2006/relationships/slideLayout" Target="../slideLayouts/slideLayout16.xml"/><Relationship Id="rId6" Type="http://schemas.openxmlformats.org/officeDocument/2006/relationships/slideLayout" Target="../slideLayouts/slideLayout17.xml"/><Relationship Id="rId7" Type="http://schemas.openxmlformats.org/officeDocument/2006/relationships/slideLayout" Target="../slideLayouts/slideLayout18.xml"/><Relationship Id="rId8" Type="http://schemas.openxmlformats.org/officeDocument/2006/relationships/slideLayout" Target="../slideLayouts/slideLayout19.xml"/><Relationship Id="rId9" Type="http://schemas.openxmlformats.org/officeDocument/2006/relationships/slideLayout" Target="../slideLayouts/slideLayout20.xml"/><Relationship Id="rId10" Type="http://schemas.openxmlformats.org/officeDocument/2006/relationships/slideLayout" Target="../slideLayouts/slideLayout21.xml"/><Relationship Id="rId11" Type="http://schemas.openxmlformats.org/officeDocument/2006/relationships/slideLayout" Target="../slideLayouts/slideLayout22.xml"/><Relationship Id="rId12" Type="http://schemas.openxmlformats.org/officeDocument/2006/relationships/theme" Target="../theme/theme2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占位符 1"/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zh-CN" altLang="en-US"/>
              <a:t>单击此处编辑母版标题样式</a:t>
            </a:r>
            <a:endParaRPr lang="zh-CN" altLang="en-US"/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zh-CN" altLang="en-US"/>
              <a:t>单击此处编辑母版文本样式</a:t>
            </a:r>
            <a:endParaRPr lang="zh-CN" altLang="en-US"/>
          </a:p>
          <a:p>
            <a:pPr lvl="1"/>
            <a:r>
              <a:rPr lang="zh-CN" altLang="en-US"/>
              <a:t>二级</a:t>
            </a:r>
            <a:endParaRPr lang="zh-CN" altLang="en-US"/>
          </a:p>
          <a:p>
            <a:pPr lvl="2"/>
            <a:r>
              <a:rPr lang="zh-CN" altLang="en-US"/>
              <a:t>三级</a:t>
            </a:r>
            <a:endParaRPr lang="zh-CN" altLang="en-US"/>
          </a:p>
          <a:p>
            <a:pPr lvl="3"/>
            <a:r>
              <a:rPr lang="zh-CN" altLang="en-US"/>
              <a:t>四级</a:t>
            </a:r>
            <a:endParaRPr lang="zh-CN" altLang="en-US"/>
          </a:p>
          <a:p>
            <a:pPr lvl="4"/>
            <a:r>
              <a:rPr lang="zh-CN" altLang="en-US"/>
              <a:t>五级</a:t>
            </a:r>
            <a:endParaRPr lang="zh-CN" altLang="en-US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64C68347-0FDB-4CE6-B043-2C7588DAA4DE}" type="datetimeFigureOut">
              <a:rPr lang="zh-CN" altLang="en-US" smtClean="0"/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B23AA71-CBB8-4492-92DB-D19ACCFE8D7F}" type="slidenum">
              <a:rPr lang="zh-CN" altLang="en-US" smtClean="0"/>
            </a:fld>
            <a:endParaRPr lang="zh-CN" alt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mc:AlternateContent xmlns:mc="http://schemas.openxmlformats.org/markup-compatibility/2006">
    <mc:Choice xmlns:p14="http://schemas.microsoft.com/office/powerpoint/2010/main" Requires="p14">
      <p:transition spd="med" p14:dur="699">
        <p:fade/>
      </p:transition>
    </mc:Choice>
    <mc:Fallback>
      <p:transition spd="med">
        <p:fade/>
      </p:transition>
    </mc:Fallback>
  </mc:AlternateConten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8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8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8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8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8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8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8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8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8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zh-CN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2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占位符 1"/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zh-CN" altLang="en-US"/>
              <a:t>单击此处编辑母版标题样式</a:t>
            </a:r>
            <a:endParaRPr lang="zh-CN" altLang="en-US"/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zh-CN" altLang="en-US"/>
              <a:t>单击此处编辑母版文本样式</a:t>
            </a:r>
            <a:endParaRPr lang="zh-CN" altLang="en-US"/>
          </a:p>
          <a:p>
            <a:pPr lvl="1"/>
            <a:r>
              <a:rPr lang="zh-CN" altLang="en-US"/>
              <a:t>二级</a:t>
            </a:r>
            <a:endParaRPr lang="zh-CN" altLang="en-US"/>
          </a:p>
          <a:p>
            <a:pPr lvl="2"/>
            <a:r>
              <a:rPr lang="zh-CN" altLang="en-US"/>
              <a:t>三级</a:t>
            </a:r>
            <a:endParaRPr lang="zh-CN" altLang="en-US"/>
          </a:p>
          <a:p>
            <a:pPr lvl="3"/>
            <a:r>
              <a:rPr lang="zh-CN" altLang="en-US"/>
              <a:t>四级</a:t>
            </a:r>
            <a:endParaRPr lang="zh-CN" altLang="en-US"/>
          </a:p>
          <a:p>
            <a:pPr lvl="4"/>
            <a:r>
              <a:rPr lang="zh-CN" altLang="en-US"/>
              <a:t>五级</a:t>
            </a:r>
            <a:endParaRPr lang="zh-CN" altLang="en-US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64C68347-0FDB-4CE6-B043-2C7588DAA4DE}" type="datetimeFigureOut">
              <a:rPr lang="zh-CN" altLang="en-US" smtClean="0"/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B23AA71-CBB8-4492-92DB-D19ACCFE8D7F}" type="slidenum">
              <a:rPr lang="zh-CN" altLang="en-US" smtClean="0"/>
            </a:fld>
            <a:endParaRPr lang="zh-CN" alt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61" r:id="rId1"/>
    <p:sldLayoutId id="2147483662" r:id="rId2"/>
    <p:sldLayoutId id="2147483663" r:id="rId3"/>
    <p:sldLayoutId id="2147483664" r:id="rId4"/>
    <p:sldLayoutId id="2147483665" r:id="rId5"/>
    <p:sldLayoutId id="2147483666" r:id="rId6"/>
    <p:sldLayoutId id="2147483667" r:id="rId7"/>
    <p:sldLayoutId id="2147483668" r:id="rId8"/>
    <p:sldLayoutId id="2147483669" r:id="rId9"/>
    <p:sldLayoutId id="2147483670" r:id="rId10"/>
    <p:sldLayoutId id="2147483671" r:id="rId11"/>
  </p:sldLayoutIdLst>
  <mc:AlternateContent xmlns:mc="http://schemas.openxmlformats.org/markup-compatibility/2006">
    <mc:Choice xmlns:p14="http://schemas.microsoft.com/office/powerpoint/2010/main" Requires="p14">
      <p:transition spd="med" p14:dur="699">
        <p:fade/>
      </p:transition>
    </mc:Choice>
    <mc:Fallback>
      <p:transition spd="med">
        <p:fade/>
      </p:transition>
    </mc:Fallback>
  </mc:AlternateConten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8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8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8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8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8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8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8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8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8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zh-CN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image" Target="../media/image1.png"/><Relationship Id="rId2" Type="http://schemas.openxmlformats.org/officeDocument/2006/relationships/slideLayout" Target="../slideLayouts/slideLayout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image" Target="../media/image2.png"/><Relationship Id="rId2" Type="http://schemas.openxmlformats.org/officeDocument/2006/relationships/slideLayout" Target="../slideLayouts/slideLayout1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image" Target="../media/image2.png"/><Relationship Id="rId2" Type="http://schemas.openxmlformats.org/officeDocument/2006/relationships/tags" Target="../tags/tag1.xml"/><Relationship Id="rId3" Type="http://schemas.openxmlformats.org/officeDocument/2006/relationships/tags" Target="../tags/tag2.xml"/><Relationship Id="rId4" Type="http://schemas.openxmlformats.org/officeDocument/2006/relationships/tags" Target="../tags/tag3.xml"/><Relationship Id="rId5" Type="http://schemas.openxmlformats.org/officeDocument/2006/relationships/tags" Target="../tags/tag4.xml"/><Relationship Id="rId6" Type="http://schemas.openxmlformats.org/officeDocument/2006/relationships/tags" Target="../tags/tag5.xml"/><Relationship Id="rId7" Type="http://schemas.openxmlformats.org/officeDocument/2006/relationships/tags" Target="../tags/tag6.xml"/><Relationship Id="rId8" Type="http://schemas.openxmlformats.org/officeDocument/2006/relationships/tags" Target="../tags/tag7.xml"/><Relationship Id="rId9" Type="http://schemas.openxmlformats.org/officeDocument/2006/relationships/tags" Target="../tags/tag8.xml"/><Relationship Id="rId10" Type="http://schemas.openxmlformats.org/officeDocument/2006/relationships/tags" Target="../tags/tag9.xml"/><Relationship Id="rId11" Type="http://schemas.openxmlformats.org/officeDocument/2006/relationships/tags" Target="../tags/tag10.xml"/><Relationship Id="rId12" Type="http://schemas.openxmlformats.org/officeDocument/2006/relationships/tags" Target="../tags/tag11.xml"/><Relationship Id="rId13" Type="http://schemas.openxmlformats.org/officeDocument/2006/relationships/tags" Target="../tags/tag12.xml"/><Relationship Id="rId14" Type="http://schemas.openxmlformats.org/officeDocument/2006/relationships/tags" Target="../tags/tag13.xml"/><Relationship Id="rId15" Type="http://schemas.openxmlformats.org/officeDocument/2006/relationships/tags" Target="../tags/tag14.xml"/><Relationship Id="rId16" Type="http://schemas.openxmlformats.org/officeDocument/2006/relationships/tags" Target="../tags/tag15.xml"/><Relationship Id="rId17" Type="http://schemas.openxmlformats.org/officeDocument/2006/relationships/tags" Target="../tags/tag16.xml"/><Relationship Id="rId18" Type="http://schemas.openxmlformats.org/officeDocument/2006/relationships/tags" Target="../tags/tag17.xml"/><Relationship Id="rId19" Type="http://schemas.openxmlformats.org/officeDocument/2006/relationships/tags" Target="../tags/tag18.xml"/><Relationship Id="rId20" Type="http://schemas.openxmlformats.org/officeDocument/2006/relationships/tags" Target="../tags/tag19.xml"/><Relationship Id="rId21" Type="http://schemas.openxmlformats.org/officeDocument/2006/relationships/tags" Target="../tags/tag20.xml"/><Relationship Id="rId22" Type="http://schemas.openxmlformats.org/officeDocument/2006/relationships/tags" Target="../tags/tag21.xml"/><Relationship Id="rId23" Type="http://schemas.openxmlformats.org/officeDocument/2006/relationships/tags" Target="../tags/tag22.xml"/><Relationship Id="rId24" Type="http://schemas.openxmlformats.org/officeDocument/2006/relationships/tags" Target="../tags/tag23.xml"/><Relationship Id="rId25" Type="http://schemas.openxmlformats.org/officeDocument/2006/relationships/tags" Target="../tags/tag24.xml"/><Relationship Id="rId26" Type="http://schemas.openxmlformats.org/officeDocument/2006/relationships/slideLayout" Target="../slideLayouts/slideLayout12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image" Target="../media/image3.png"/><Relationship Id="rId2" Type="http://schemas.openxmlformats.org/officeDocument/2006/relationships/slideLayout" Target="../slideLayouts/slideLayout1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image" Target="../media/image3.png"/><Relationship Id="rId2" Type="http://schemas.openxmlformats.org/officeDocument/2006/relationships/slideLayout" Target="../slideLayouts/slideLayout1.xml"/><Relationship Id="rId3" Type="http://schemas.openxmlformats.org/officeDocument/2006/relationships/image" Target="../media/image5.png"/><Relationship Id="rId4" Type="http://schemas.openxmlformats.org/officeDocument/2006/relationships/image" Target="../media/image6.png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image" Target="../media/image2.png"/><Relationship Id="rId2" Type="http://schemas.openxmlformats.org/officeDocument/2006/relationships/tags" Target="../tags/tag25.xml"/><Relationship Id="rId3" Type="http://schemas.openxmlformats.org/officeDocument/2006/relationships/tags" Target="../tags/tag26.xml"/><Relationship Id="rId4" Type="http://schemas.openxmlformats.org/officeDocument/2006/relationships/tags" Target="../tags/tag27.xml"/><Relationship Id="rId5" Type="http://schemas.openxmlformats.org/officeDocument/2006/relationships/tags" Target="../tags/tag28.xml"/><Relationship Id="rId6" Type="http://schemas.openxmlformats.org/officeDocument/2006/relationships/tags" Target="../tags/tag29.xml"/><Relationship Id="rId7" Type="http://schemas.openxmlformats.org/officeDocument/2006/relationships/tags" Target="../tags/tag30.xml"/><Relationship Id="rId8" Type="http://schemas.openxmlformats.org/officeDocument/2006/relationships/tags" Target="../tags/tag31.xml"/><Relationship Id="rId9" Type="http://schemas.openxmlformats.org/officeDocument/2006/relationships/tags" Target="../tags/tag32.xml"/><Relationship Id="rId10" Type="http://schemas.openxmlformats.org/officeDocument/2006/relationships/tags" Target="../tags/tag33.xml"/><Relationship Id="rId11" Type="http://schemas.openxmlformats.org/officeDocument/2006/relationships/tags" Target="../tags/tag34.xml"/><Relationship Id="rId12" Type="http://schemas.openxmlformats.org/officeDocument/2006/relationships/tags" Target="../tags/tag35.xml"/><Relationship Id="rId13" Type="http://schemas.openxmlformats.org/officeDocument/2006/relationships/tags" Target="../tags/tag36.xml"/><Relationship Id="rId14" Type="http://schemas.openxmlformats.org/officeDocument/2006/relationships/tags" Target="../tags/tag37.xml"/><Relationship Id="rId15" Type="http://schemas.openxmlformats.org/officeDocument/2006/relationships/tags" Target="../tags/tag38.xml"/><Relationship Id="rId16" Type="http://schemas.openxmlformats.org/officeDocument/2006/relationships/tags" Target="../tags/tag39.xml"/><Relationship Id="rId17" Type="http://schemas.openxmlformats.org/officeDocument/2006/relationships/tags" Target="../tags/tag40.xml"/><Relationship Id="rId18" Type="http://schemas.openxmlformats.org/officeDocument/2006/relationships/tags" Target="../tags/tag41.xml"/><Relationship Id="rId19" Type="http://schemas.openxmlformats.org/officeDocument/2006/relationships/tags" Target="../tags/tag42.xml"/><Relationship Id="rId20" Type="http://schemas.openxmlformats.org/officeDocument/2006/relationships/tags" Target="../tags/tag43.xml"/><Relationship Id="rId21" Type="http://schemas.openxmlformats.org/officeDocument/2006/relationships/tags" Target="../tags/tag44.xml"/><Relationship Id="rId22" Type="http://schemas.openxmlformats.org/officeDocument/2006/relationships/tags" Target="../tags/tag45.xml"/><Relationship Id="rId23" Type="http://schemas.openxmlformats.org/officeDocument/2006/relationships/tags" Target="../tags/tag46.xml"/><Relationship Id="rId24" Type="http://schemas.openxmlformats.org/officeDocument/2006/relationships/tags" Target="../tags/tag47.xml"/><Relationship Id="rId25" Type="http://schemas.openxmlformats.org/officeDocument/2006/relationships/tags" Target="../tags/tag48.xml"/><Relationship Id="rId26" Type="http://schemas.openxmlformats.org/officeDocument/2006/relationships/slideLayout" Target="../slideLayouts/slideLayout1.xml"/><Relationship Id="rId27" Type="http://schemas.openxmlformats.org/officeDocument/2006/relationships/image" Target="../media/image7.png"/><Relationship Id="rId28" Type="http://schemas.openxmlformats.org/officeDocument/2006/relationships/image" Target="../media/image8.png"/><Relationship Id="rId29" Type="http://schemas.openxmlformats.org/officeDocument/2006/relationships/image" Target="../media/image9.png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image" Target="../media/image3.png"/><Relationship Id="rId2" Type="http://schemas.openxmlformats.org/officeDocument/2006/relationships/slideLayout" Target="../slideLayouts/slideLayout12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image" Target="../media/image3.png"/><Relationship Id="rId2" Type="http://schemas.openxmlformats.org/officeDocument/2006/relationships/slideLayout" Target="../slideLayouts/slideLayout1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image" Target="../media/image4.jpeg"/><Relationship Id="rId2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rotWithShape="1">
          <a:blip r:embed="rId1"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7" name="组合 6"/>
          <p:cNvGrpSpPr/>
          <p:nvPr/>
        </p:nvGrpSpPr>
        <p:grpSpPr>
          <a:xfrm>
            <a:off x="1663065" y="1995170"/>
            <a:ext cx="10528300" cy="1452880"/>
            <a:chOff x="2619" y="3142"/>
            <a:chExt cx="16580" cy="2288"/>
          </a:xfrm>
          <a:solidFill>
            <a:srgbClr val="3C85C3">
              <a:alpha val="70000"/>
            </a:srgbClr>
          </a:solidFill>
        </p:grpSpPr>
        <p:sp>
          <p:nvSpPr>
            <p:cNvPr id="3" name="五边形 2"/>
            <p:cNvSpPr/>
            <p:nvPr/>
          </p:nvSpPr>
          <p:spPr>
            <a:xfrm rot="10800000">
              <a:off x="2619" y="3142"/>
              <a:ext cx="16095" cy="2288"/>
            </a:xfrm>
            <a:prstGeom prst="homePlate">
              <a:avLst>
                <a:gd name="adj" fmla="val 35482"/>
              </a:avLst>
            </a:prstGeom>
            <a:grpFill/>
            <a:ln>
              <a:noFill/>
            </a:ln>
            <a:effectLst/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>
              <a:defPPr>
                <a:defRPr lang="zh-CN"/>
              </a:defPPr>
              <a:lvl1pPr marL="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ctr"/>
              <a:endParaRPr lang="zh-CN" altLang="en-US">
                <a:ea typeface="微软雅黑" panose="020B0503020204020204" pitchFamily="34" charset="-122"/>
              </a:endParaRPr>
            </a:p>
          </p:txBody>
        </p:sp>
        <p:sp>
          <p:nvSpPr>
            <p:cNvPr id="89" name="五边形 88"/>
            <p:cNvSpPr/>
            <p:nvPr/>
          </p:nvSpPr>
          <p:spPr>
            <a:xfrm rot="10800000">
              <a:off x="18849" y="3142"/>
              <a:ext cx="351" cy="2288"/>
            </a:xfrm>
            <a:prstGeom prst="homePlate">
              <a:avLst>
                <a:gd name="adj" fmla="val 0"/>
              </a:avLst>
            </a:prstGeom>
            <a:grpFill/>
            <a:ln>
              <a:noFill/>
            </a:ln>
            <a:effectLst/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>
              <a:defPPr>
                <a:defRPr lang="zh-CN"/>
              </a:defPPr>
              <a:lvl1pPr marL="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ctr"/>
              <a:endParaRPr lang="zh-CN" altLang="en-US">
                <a:ea typeface="微软雅黑" panose="020B0503020204020204" pitchFamily="34" charset="-122"/>
              </a:endParaRPr>
            </a:p>
          </p:txBody>
        </p:sp>
      </p:grpSp>
      <p:sp>
        <p:nvSpPr>
          <p:cNvPr id="4" name="TextBox 20"/>
          <p:cNvSpPr txBox="1"/>
          <p:nvPr/>
        </p:nvSpPr>
        <p:spPr>
          <a:xfrm>
            <a:off x="3181350" y="2395220"/>
            <a:ext cx="8399780" cy="706755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/>
          </a:lnRef>
          <a:fillRef idx="1">
            <a:schemeClr val="lt1"/>
          </a:fillRef>
          <a:effectRef idx="0">
            <a:schemeClr val="accent1"/>
          </a:effectRef>
          <a:fontRef idx="minor">
            <a:schemeClr val="dk1"/>
          </a:fontRef>
        </p:style>
        <p:txBody>
          <a:bodyPr wrap="square" rtlCol="0" anchor="t" anchorCtr="0">
            <a:spAutoFit/>
          </a:bodyPr>
          <a:lstStyle>
            <a:defPPr>
              <a:defRPr lang="zh-CN"/>
            </a:defPPr>
            <a:lvl1pPr marL="0" algn="l" defTabSz="914400" rtl="0" eaLnBrk="1" latinLnBrk="0" hangingPunct="1">
              <a:defRPr sz="18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endParaRPr lang="zh-CN" altLang="en-US" sz="4000" b="1" spc="100" dirty="0">
              <a:solidFill>
                <a:schemeClr val="bg1"/>
              </a:solidFill>
              <a:latin typeface="楷体" charset="0"/>
              <a:ea typeface="楷体" charset="0"/>
              <a:cs typeface="楷体" charset="0"/>
            </a:endParaRPr>
          </a:p>
        </p:txBody>
      </p:sp>
      <p:sp>
        <p:nvSpPr>
          <p:cNvPr id="70" name="TextBox 20"/>
          <p:cNvSpPr txBox="1"/>
          <p:nvPr/>
        </p:nvSpPr>
        <p:spPr>
          <a:xfrm>
            <a:off x="4680585" y="4818380"/>
            <a:ext cx="6762750" cy="829945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/>
          </a:lnRef>
          <a:fillRef idx="1">
            <a:schemeClr val="lt1"/>
          </a:fillRef>
          <a:effectRef idx="0">
            <a:schemeClr val="accent1"/>
          </a:effectRef>
          <a:fontRef idx="minor">
            <a:schemeClr val="dk1"/>
          </a:fontRef>
        </p:style>
        <p:txBody>
          <a:bodyPr wrap="square" rtlCol="0" anchor="t" anchorCtr="0">
            <a:spAutoFit/>
          </a:bodyPr>
          <a:lstStyle>
            <a:defPPr>
              <a:defRPr lang="zh-CN"/>
            </a:defPPr>
            <a:lvl1pPr marL="0" algn="l" defTabSz="914400" rtl="0" eaLnBrk="1" latinLnBrk="0" hangingPunct="1">
              <a:defRPr sz="18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9pPr>
          </a:lstStyle>
          <a:p>
            <a:endParaRPr lang="zh-CN" altLang="en-US" sz="2400" b="1" spc="100" dirty="0">
              <a:solidFill>
                <a:schemeClr val="bg1"/>
              </a:solidFill>
              <a:latin typeface="楷体" charset="0"/>
              <a:ea typeface="楷体" charset="0"/>
              <a:cs typeface="楷体" charset="0"/>
            </a:endParaRPr>
          </a:p>
        </p:txBody>
      </p:sp>
      <p:sp>
        <p:nvSpPr>
          <p:cNvPr id="71" name="TextBox 20"/>
          <p:cNvSpPr txBox="1"/>
          <p:nvPr/>
        </p:nvSpPr>
        <p:spPr>
          <a:xfrm>
            <a:off x="4956810" y="4224020"/>
            <a:ext cx="7234555" cy="460375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/>
          </a:lnRef>
          <a:fillRef idx="1">
            <a:schemeClr val="lt1"/>
          </a:fillRef>
          <a:effectRef idx="0">
            <a:schemeClr val="accent1"/>
          </a:effectRef>
          <a:fontRef idx="minor">
            <a:schemeClr val="dk1"/>
          </a:fontRef>
        </p:style>
        <p:txBody>
          <a:bodyPr wrap="square" rtlCol="0" anchor="t" anchorCtr="0">
            <a:spAutoFit/>
          </a:bodyPr>
          <a:lstStyle>
            <a:defPPr>
              <a:defRPr lang="zh-CN"/>
            </a:defPPr>
            <a:lvl1pPr marL="0" algn="l" defTabSz="914400" rtl="0" eaLnBrk="1" latinLnBrk="0" hangingPunct="1">
              <a:defRPr sz="18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l">
              <a:buClrTx/>
              <a:buSzTx/>
              <a:buFontTx/>
            </a:pPr>
            <a:endParaRPr lang="en-US" altLang="zh-CN" sz="2400" b="1" spc="100" dirty="0">
              <a:solidFill>
                <a:schemeClr val="bg1"/>
              </a:solidFill>
              <a:latin typeface="楷体" charset="0"/>
              <a:ea typeface="楷体" charset="0"/>
              <a:cs typeface="楷体" charset="0"/>
            </a:endParaRPr>
          </a:p>
        </p:txBody>
      </p:sp>
      <p:grpSp>
        <p:nvGrpSpPr>
          <p:cNvPr id="6" name="组合 5"/>
          <p:cNvGrpSpPr/>
          <p:nvPr/>
        </p:nvGrpSpPr>
        <p:grpSpPr>
          <a:xfrm>
            <a:off x="-9525" y="922020"/>
            <a:ext cx="9378315" cy="405130"/>
            <a:chOff x="-15" y="1452"/>
            <a:chExt cx="14769" cy="638"/>
          </a:xfrm>
        </p:grpSpPr>
        <p:sp>
          <p:nvSpPr>
            <p:cNvPr id="2" name="TextBox 20"/>
            <p:cNvSpPr txBox="1"/>
            <p:nvPr/>
          </p:nvSpPr>
          <p:spPr>
            <a:xfrm>
              <a:off x="546" y="1452"/>
              <a:ext cx="14208" cy="628"/>
            </a:xfrm>
            <a:prstGeom prst="rect">
              <a:avLst/>
            </a:prstGeom>
            <a:noFill/>
            <a:ln>
              <a:noFill/>
            </a:ln>
          </p:spPr>
          <p:style>
            <a:lnRef idx="2">
              <a:schemeClr val="accent1"/>
            </a:lnRef>
            <a:fillRef idx="1">
              <a:schemeClr val="lt1"/>
            </a:fillRef>
            <a:effectRef idx="0">
              <a:schemeClr val="accent1"/>
            </a:effectRef>
            <a:fontRef idx="minor">
              <a:schemeClr val="dk1"/>
            </a:fontRef>
          </p:style>
          <p:txBody>
            <a:bodyPr wrap="square" rtlCol="0" anchor="t" anchorCtr="0">
              <a:spAutoFit/>
            </a:bodyPr>
            <a:lstStyle>
              <a:defPPr>
                <a:defRPr lang="zh-CN"/>
              </a:defPPr>
              <a:lvl1pPr marL="0" algn="l" defTabSz="914400" rtl="0" eaLnBrk="1" latinLnBrk="0" hangingPunct="1">
                <a:defRPr sz="1800" kern="1200">
                  <a:solidFill>
                    <a:schemeClr val="dk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dk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dk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dk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dk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dk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dk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dk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dk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endParaRPr lang="zh-CN" altLang="en-US" sz="2000" spc="100" dirty="0">
                <a:solidFill>
                  <a:schemeClr val="bg1"/>
                </a:solidFill>
                <a:latin typeface="楷体" charset="0"/>
                <a:ea typeface="楷体" charset="0"/>
                <a:cs typeface="楷体" charset="0"/>
                <a:sym typeface="+mn-ea"/>
              </a:endParaRPr>
            </a:p>
          </p:txBody>
        </p:sp>
        <p:cxnSp>
          <p:nvCxnSpPr>
            <p:cNvPr id="8" name="直接连接符 7"/>
            <p:cNvCxnSpPr/>
            <p:nvPr/>
          </p:nvCxnSpPr>
          <p:spPr>
            <a:xfrm>
              <a:off x="-15" y="2090"/>
              <a:ext cx="6427" cy="0"/>
            </a:xfrm>
            <a:prstGeom prst="line">
              <a:avLst/>
            </a:prstGeom>
            <a:ln w="25400">
              <a:solidFill>
                <a:srgbClr val="3C85C3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9" name="五边形 8"/>
            <p:cNvSpPr/>
            <p:nvPr/>
          </p:nvSpPr>
          <p:spPr>
            <a:xfrm>
              <a:off x="0" y="1526"/>
              <a:ext cx="513" cy="564"/>
            </a:xfrm>
            <a:prstGeom prst="homePlate">
              <a:avLst>
                <a:gd name="adj" fmla="val 28927"/>
              </a:avLst>
            </a:prstGeom>
            <a:solidFill>
              <a:srgbClr val="3C85C3"/>
            </a:solidFill>
            <a:ln>
              <a:noFill/>
            </a:ln>
            <a:effectLst/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>
              <a:defPPr>
                <a:defRPr lang="zh-CN"/>
              </a:defPPr>
              <a:lvl1pPr marL="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ctr"/>
              <a:endParaRPr lang="zh-CN" altLang="en-US">
                <a:ea typeface="微软雅黑" panose="020B0503020204020204" pitchFamily="34" charset="-122"/>
              </a:endParaRPr>
            </a:p>
          </p:txBody>
        </p:sp>
      </p:grpSp>
      <p:sp>
        <p:nvSpPr>
          <p:cNvPr id="90" name="TextBox 89"/>
          <p:cNvSpPr txBox="1"/>
          <p:nvPr/>
        </p:nvSpPr>
        <p:spPr>
          <a:xfrm>
            <a:off x="2057400" y="1901952"/>
            <a:ext cx="8092440" cy="658368"/>
          </a:xfrm>
          <a:prstGeom prst="rect">
            <a:avLst/>
          </a:prstGeom>
          <a:noFill/>
        </p:spPr>
        <p:txBody>
          <a:bodyPr wrap="none" lIns="36576" rIns="36576" tIns="36576" bIns="36576" anchor="ctr">
            <a:spAutoFit/>
          </a:bodyPr>
          <a:lstStyle/>
          <a:p>
            <a:pPr algn="ctr"/>
            <a:r>
              <a:rPr sz="3400" b="1">
                <a:solidFill>
                  <a:srgbClr val="FFFFFF"/>
                </a:solidFill>
                <a:latin typeface="Microsoft YaHei"/>
              </a:rPr>
              <a:t>诗脉·启明</a:t>
            </a:r>
          </a:p>
        </p:txBody>
      </p:sp>
      <p:sp>
        <p:nvSpPr>
          <p:cNvPr id="91" name="TextBox 90"/>
          <p:cNvSpPr txBox="1"/>
          <p:nvPr/>
        </p:nvSpPr>
        <p:spPr>
          <a:xfrm>
            <a:off x="1920240" y="2578608"/>
            <a:ext cx="8366760" cy="438912"/>
          </a:xfrm>
          <a:prstGeom prst="rect">
            <a:avLst/>
          </a:prstGeom>
          <a:noFill/>
        </p:spPr>
        <p:txBody>
          <a:bodyPr wrap="none" lIns="36576" rIns="36576" tIns="36576" bIns="36576" anchor="ctr">
            <a:spAutoFit/>
          </a:bodyPr>
          <a:lstStyle/>
          <a:p>
            <a:pPr algn="ctr"/>
            <a:r>
              <a:rPr sz="2000" b="0">
                <a:solidFill>
                  <a:srgbClr val="FFFFFF"/>
                </a:solidFill>
                <a:latin typeface="Microsoft YaHei"/>
              </a:rPr>
              <a:t>小学古诗词“教—学—评—创”异构多智能体系统</a:t>
            </a:r>
          </a:p>
        </p:txBody>
      </p:sp>
      <p:sp>
        <p:nvSpPr>
          <p:cNvPr id="92" name="Rounded Rectangle 91"/>
          <p:cNvSpPr/>
          <p:nvPr/>
        </p:nvSpPr>
        <p:spPr>
          <a:xfrm>
            <a:off x="3794760" y="3236976"/>
            <a:ext cx="4617720" cy="493776"/>
          </a:xfrm>
          <a:prstGeom prst="roundRect">
            <a:avLst/>
          </a:prstGeom>
          <a:solidFill>
            <a:srgbClr val="B07422"/>
          </a:solidFill>
          <a:ln>
            <a:solidFill>
              <a:srgbClr val="B0742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3" name="TextBox 92"/>
          <p:cNvSpPr txBox="1"/>
          <p:nvPr/>
        </p:nvSpPr>
        <p:spPr>
          <a:xfrm>
            <a:off x="3822191" y="3255264"/>
            <a:ext cx="4562856" cy="438912"/>
          </a:xfrm>
          <a:prstGeom prst="rect">
            <a:avLst/>
          </a:prstGeom>
          <a:noFill/>
        </p:spPr>
        <p:txBody>
          <a:bodyPr wrap="none" lIns="36576" rIns="36576" tIns="36576" bIns="36576" anchor="ctr">
            <a:spAutoFit/>
          </a:bodyPr>
          <a:lstStyle/>
          <a:p>
            <a:pPr algn="ctr"/>
            <a:r>
              <a:rPr sz="1600" b="1">
                <a:solidFill>
                  <a:srgbClr val="FFFFFF"/>
                </a:solidFill>
                <a:latin typeface="Microsoft YaHei"/>
              </a:rPr>
              <a:t>教师可控  ·  证据驱动  ·  失败可退</a:t>
            </a:r>
          </a:p>
        </p:txBody>
      </p:sp>
      <p:sp>
        <p:nvSpPr>
          <p:cNvPr id="94" name="TextBox 93"/>
          <p:cNvSpPr txBox="1"/>
          <p:nvPr/>
        </p:nvSpPr>
        <p:spPr>
          <a:xfrm>
            <a:off x="3840480" y="4133087"/>
            <a:ext cx="4480560" cy="310896"/>
          </a:xfrm>
          <a:prstGeom prst="rect">
            <a:avLst/>
          </a:prstGeom>
          <a:noFill/>
        </p:spPr>
        <p:txBody>
          <a:bodyPr wrap="none" lIns="36576" rIns="36576" tIns="36576" bIns="36576" anchor="ctr">
            <a:spAutoFit/>
          </a:bodyPr>
          <a:lstStyle/>
          <a:p>
            <a:pPr algn="ctr"/>
            <a:r>
              <a:rPr sz="1300" b="0">
                <a:solidFill>
                  <a:srgbClr val="FFFFFF"/>
                </a:solidFill>
                <a:latin typeface="Microsoft YaHei"/>
              </a:rPr>
              <a:t>创 AI 案例征集答辩材料</a:t>
            </a:r>
          </a:p>
        </p:txBody>
      </p:sp>
      <p:sp>
        <p:nvSpPr>
          <p:cNvPr id="95" name="TextBox 94"/>
          <p:cNvSpPr txBox="1"/>
          <p:nvPr/>
        </p:nvSpPr>
        <p:spPr>
          <a:xfrm>
            <a:off x="5166360" y="4572000"/>
            <a:ext cx="1828800" cy="256032"/>
          </a:xfrm>
          <a:prstGeom prst="rect">
            <a:avLst/>
          </a:prstGeom>
          <a:noFill/>
        </p:spPr>
        <p:txBody>
          <a:bodyPr wrap="none" lIns="36576" rIns="36576" tIns="36576" bIns="36576" anchor="ctr">
            <a:spAutoFit/>
          </a:bodyPr>
          <a:lstStyle/>
          <a:p>
            <a:pPr algn="ctr"/>
            <a:r>
              <a:rPr sz="1100" b="0">
                <a:solidFill>
                  <a:srgbClr val="FFFFFF"/>
                </a:solidFill>
                <a:latin typeface="Microsoft YaHei"/>
              </a:rPr>
              <a:t>2026.08</a:t>
            </a:r>
          </a:p>
        </p:txBody>
      </p: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med" p14:dur="699">
        <p:fade/>
      </p:transition>
    </mc:Choice>
    <mc:Fallback>
      <p:transition spd="med">
        <p:fade/>
      </p:transition>
    </mc:Fallback>
  </mc:AlternateContent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1">
          <a:blip r:embed="rId1"/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" name="TextBox 20"/>
          <p:cNvSpPr txBox="1"/>
          <p:nvPr/>
        </p:nvSpPr>
        <p:spPr>
          <a:xfrm>
            <a:off x="2997835" y="1392555"/>
            <a:ext cx="8003540" cy="536575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/>
          </a:lnRef>
          <a:fillRef idx="1">
            <a:schemeClr val="lt1"/>
          </a:fillRef>
          <a:effectRef idx="0">
            <a:schemeClr val="accent1"/>
          </a:effectRef>
          <a:fontRef idx="minor">
            <a:schemeClr val="dk1"/>
          </a:fontRef>
        </p:style>
        <p:txBody>
          <a:bodyPr wrap="square" rtlCol="0" anchor="t" anchorCtr="0">
            <a:noAutofit/>
          </a:bodyPr>
          <a:lstStyle>
            <a:defPPr>
              <a:defRPr lang="zh-CN"/>
            </a:defPPr>
            <a:lvl1pPr marL="0" algn="l" defTabSz="914400" rtl="0" eaLnBrk="1" latinLnBrk="0" hangingPunct="1">
              <a:defRPr sz="18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9pPr>
          </a:lstStyle>
          <a:p>
            <a:endParaRPr lang="zh-CN" altLang="en-US" sz="2400" spc="100" dirty="0">
              <a:solidFill>
                <a:schemeClr val="tx1"/>
              </a:solidFill>
              <a:latin typeface="楷体" charset="0"/>
              <a:ea typeface="楷体" charset="0"/>
              <a:cs typeface="楷体" charset="0"/>
            </a:endParaRPr>
          </a:p>
        </p:txBody>
      </p:sp>
      <p:grpSp>
        <p:nvGrpSpPr>
          <p:cNvPr id="4" name="组合 3"/>
          <p:cNvGrpSpPr/>
          <p:nvPr/>
        </p:nvGrpSpPr>
        <p:grpSpPr>
          <a:xfrm>
            <a:off x="0" y="1392555"/>
            <a:ext cx="2567305" cy="4203700"/>
            <a:chOff x="0" y="2193"/>
            <a:chExt cx="4043" cy="6620"/>
          </a:xfrm>
        </p:grpSpPr>
        <p:sp>
          <p:nvSpPr>
            <p:cNvPr id="5" name="五边形 4"/>
            <p:cNvSpPr/>
            <p:nvPr/>
          </p:nvSpPr>
          <p:spPr>
            <a:xfrm>
              <a:off x="395" y="2193"/>
              <a:ext cx="3648" cy="6620"/>
            </a:xfrm>
            <a:prstGeom prst="homePlate">
              <a:avLst>
                <a:gd name="adj" fmla="val 28927"/>
              </a:avLst>
            </a:prstGeom>
            <a:solidFill>
              <a:srgbClr val="2F5597"/>
            </a:solidFill>
            <a:ln>
              <a:noFill/>
            </a:ln>
            <a:effectLst>
              <a:outerShdw blurRad="50800" dist="38100" dir="2700000" algn="tl" rotWithShape="0">
                <a:prstClr val="black">
                  <a:alpha val="40000"/>
                </a:prstClr>
              </a:outerShdw>
            </a:effec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>
              <a:defPPr>
                <a:defRPr lang="zh-CN"/>
              </a:defPPr>
              <a:lvl1pPr marL="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ctr"/>
              <a:endParaRPr lang="zh-CN" altLang="en-US">
                <a:ea typeface="微软雅黑" panose="020B0503020204020204" pitchFamily="34" charset="-122"/>
              </a:endParaRPr>
            </a:p>
          </p:txBody>
        </p:sp>
        <p:sp>
          <p:nvSpPr>
            <p:cNvPr id="7" name="文本框 6"/>
            <p:cNvSpPr txBox="1"/>
            <p:nvPr/>
          </p:nvSpPr>
          <p:spPr>
            <a:xfrm>
              <a:off x="980" y="3425"/>
              <a:ext cx="1663" cy="4021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lstStyle>
              <a:defPPr>
                <a:defRPr lang="zh-CN"/>
              </a:defPPr>
              <a:lvl1pPr algn="ctr" fontAlgn="auto">
                <a:spcBef>
                  <a:spcPts val="0"/>
                </a:spcBef>
                <a:spcAft>
                  <a:spcPts val="0"/>
                </a:spcAft>
                <a:defRPr sz="3800" b="1" kern="0" spc="-150">
                  <a:ln w="1905">
                    <a:noFill/>
                  </a:ln>
                  <a:solidFill>
                    <a:schemeClr val="bg1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defRPr>
              </a:lvl1pPr>
            </a:lstStyle>
            <a:p>
              <a:pPr algn="ctr" fontAlgn="auto">
                <a:spcBef>
                  <a:spcPts val="0"/>
                </a:spcBef>
                <a:spcAft>
                  <a:spcPts val="0"/>
                </a:spcAft>
                <a:defRPr/>
              </a:pPr>
              <a:endParaRPr lang="zh-CN" altLang="en-US" sz="4000" dirty="0"/>
            </a:p>
          </p:txBody>
        </p:sp>
        <p:sp>
          <p:nvSpPr>
            <p:cNvPr id="41" name="五边形 40"/>
            <p:cNvSpPr/>
            <p:nvPr/>
          </p:nvSpPr>
          <p:spPr>
            <a:xfrm rot="10800000">
              <a:off x="0" y="2193"/>
              <a:ext cx="306" cy="6620"/>
            </a:xfrm>
            <a:prstGeom prst="homePlate">
              <a:avLst>
                <a:gd name="adj" fmla="val 0"/>
              </a:avLst>
            </a:prstGeom>
            <a:solidFill>
              <a:srgbClr val="3E56A3"/>
            </a:solidFill>
            <a:ln>
              <a:noFill/>
            </a:ln>
            <a:effectLst/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>
              <a:defPPr>
                <a:defRPr lang="zh-CN"/>
              </a:defPPr>
              <a:lvl1pPr marL="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ctr"/>
              <a:endParaRPr lang="zh-CN" altLang="en-US">
                <a:ea typeface="微软雅黑" panose="020B0503020204020204" pitchFamily="34" charset="-122"/>
              </a:endParaRPr>
            </a:p>
          </p:txBody>
        </p:sp>
      </p:grpSp>
      <p:sp>
        <p:nvSpPr>
          <p:cNvPr id="42" name="TextBox 41"/>
          <p:cNvSpPr txBox="1"/>
          <p:nvPr/>
        </p:nvSpPr>
        <p:spPr>
          <a:xfrm>
            <a:off x="320040" y="2148840"/>
            <a:ext cx="749808" cy="1051560"/>
          </a:xfrm>
          <a:prstGeom prst="rect">
            <a:avLst/>
          </a:prstGeom>
          <a:noFill/>
        </p:spPr>
        <p:txBody>
          <a:bodyPr wrap="none" lIns="36576" rIns="36576" tIns="36576" bIns="36576" anchor="ctr">
            <a:spAutoFit/>
          </a:bodyPr>
          <a:lstStyle/>
          <a:p>
            <a:pPr algn="ctr"/>
            <a:r>
              <a:rPr sz="2500" b="1">
                <a:solidFill>
                  <a:srgbClr val="FFFFFF"/>
                </a:solidFill>
                <a:latin typeface="Microsoft YaHei"/>
              </a:rPr>
              <a:t>真实
问题</a:t>
            </a:r>
          </a:p>
        </p:txBody>
      </p:sp>
      <p:sp>
        <p:nvSpPr>
          <p:cNvPr id="43" name="TextBox 42"/>
          <p:cNvSpPr txBox="1"/>
          <p:nvPr/>
        </p:nvSpPr>
        <p:spPr>
          <a:xfrm>
            <a:off x="1554480" y="713232"/>
            <a:ext cx="9784080" cy="530352"/>
          </a:xfrm>
          <a:prstGeom prst="rect">
            <a:avLst/>
          </a:prstGeom>
          <a:noFill/>
        </p:spPr>
        <p:txBody>
          <a:bodyPr wrap="none" lIns="36576" rIns="36576" tIns="36576" bIns="36576" anchor="ctr">
            <a:spAutoFit/>
          </a:bodyPr>
          <a:lstStyle/>
          <a:p>
            <a:pPr algn="l"/>
            <a:r>
              <a:rPr sz="2800" b="1">
                <a:solidFill>
                  <a:srgbClr val="0A3989"/>
                </a:solidFill>
                <a:latin typeface="Microsoft YaHei"/>
              </a:rPr>
              <a:t>不是少一个聊天框，而是教学链条长期断裂</a:t>
            </a:r>
          </a:p>
        </p:txBody>
      </p:sp>
      <p:sp>
        <p:nvSpPr>
          <p:cNvPr id="44" name="Rounded Rectangle 43"/>
          <p:cNvSpPr/>
          <p:nvPr/>
        </p:nvSpPr>
        <p:spPr>
          <a:xfrm>
            <a:off x="1572768" y="1527048"/>
            <a:ext cx="2971800" cy="3063240"/>
          </a:xfrm>
          <a:prstGeom prst="roundRect">
            <a:avLst/>
          </a:prstGeom>
          <a:solidFill>
            <a:srgbClr val="FFFFFF"/>
          </a:solidFill>
          <a:ln>
            <a:solidFill>
              <a:srgbClr val="C8D8E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5" name="TextBox 44"/>
          <p:cNvSpPr txBox="1"/>
          <p:nvPr/>
        </p:nvSpPr>
        <p:spPr>
          <a:xfrm>
            <a:off x="1755648" y="1737360"/>
            <a:ext cx="640080" cy="457200"/>
          </a:xfrm>
          <a:prstGeom prst="rect">
            <a:avLst/>
          </a:prstGeom>
          <a:noFill/>
        </p:spPr>
        <p:txBody>
          <a:bodyPr wrap="none" lIns="36576" rIns="36576" tIns="36576" bIns="36576" anchor="ctr">
            <a:spAutoFit/>
          </a:bodyPr>
          <a:lstStyle/>
          <a:p>
            <a:pPr algn="l"/>
            <a:r>
              <a:rPr sz="2300" b="1">
                <a:solidFill>
                  <a:srgbClr val="B07422"/>
                </a:solidFill>
                <a:latin typeface="Microsoft YaHei"/>
              </a:rPr>
              <a:t>01</a:t>
            </a:r>
          </a:p>
        </p:txBody>
      </p:sp>
      <p:sp>
        <p:nvSpPr>
          <p:cNvPr id="46" name="TextBox 45"/>
          <p:cNvSpPr txBox="1"/>
          <p:nvPr/>
        </p:nvSpPr>
        <p:spPr>
          <a:xfrm>
            <a:off x="1755648" y="2240280"/>
            <a:ext cx="2514600" cy="457200"/>
          </a:xfrm>
          <a:prstGeom prst="rect">
            <a:avLst/>
          </a:prstGeom>
          <a:noFill/>
        </p:spPr>
        <p:txBody>
          <a:bodyPr wrap="none" lIns="36576" rIns="36576" tIns="36576" bIns="36576" anchor="ctr">
            <a:spAutoFit/>
          </a:bodyPr>
          <a:lstStyle/>
          <a:p>
            <a:pPr algn="l"/>
            <a:r>
              <a:rPr sz="2300" b="1">
                <a:solidFill>
                  <a:srgbClr val="0A3989"/>
                </a:solidFill>
                <a:latin typeface="Microsoft YaHei"/>
              </a:rPr>
              <a:t>备课碎片</a:t>
            </a:r>
          </a:p>
        </p:txBody>
      </p:sp>
      <p:sp>
        <p:nvSpPr>
          <p:cNvPr id="47" name="TextBox 46"/>
          <p:cNvSpPr txBox="1"/>
          <p:nvPr/>
        </p:nvSpPr>
        <p:spPr>
          <a:xfrm>
            <a:off x="1755648" y="2834640"/>
            <a:ext cx="2514600" cy="1097280"/>
          </a:xfrm>
          <a:prstGeom prst="rect">
            <a:avLst/>
          </a:prstGeom>
          <a:noFill/>
        </p:spPr>
        <p:txBody>
          <a:bodyPr wrap="none" lIns="36576" rIns="36576" tIns="36576" bIns="36576" anchor="t">
            <a:spAutoFit/>
          </a:bodyPr>
          <a:lstStyle/>
          <a:p>
            <a:pPr algn="l"/>
            <a:r>
              <a:rPr sz="1500" b="0">
                <a:solidFill>
                  <a:srgbClr val="1F2A37"/>
                </a:solidFill>
                <a:latin typeface="Microsoft YaHei"/>
              </a:rPr>
              <a:t>教材、背景、题目与活动分散
教师重复检索、拼装与核验</a:t>
            </a:r>
          </a:p>
        </p:txBody>
      </p:sp>
      <p:sp>
        <p:nvSpPr>
          <p:cNvPr id="48" name="Rounded Rectangle 47"/>
          <p:cNvSpPr/>
          <p:nvPr/>
        </p:nvSpPr>
        <p:spPr>
          <a:xfrm>
            <a:off x="4910328" y="1527048"/>
            <a:ext cx="2971800" cy="3063240"/>
          </a:xfrm>
          <a:prstGeom prst="roundRect">
            <a:avLst/>
          </a:prstGeom>
          <a:solidFill>
            <a:srgbClr val="FFFFFF"/>
          </a:solidFill>
          <a:ln>
            <a:solidFill>
              <a:srgbClr val="C8D8E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9" name="TextBox 48"/>
          <p:cNvSpPr txBox="1"/>
          <p:nvPr/>
        </p:nvSpPr>
        <p:spPr>
          <a:xfrm>
            <a:off x="5093208" y="1737360"/>
            <a:ext cx="640080" cy="457200"/>
          </a:xfrm>
          <a:prstGeom prst="rect">
            <a:avLst/>
          </a:prstGeom>
          <a:noFill/>
        </p:spPr>
        <p:txBody>
          <a:bodyPr wrap="none" lIns="36576" rIns="36576" tIns="36576" bIns="36576" anchor="ctr">
            <a:spAutoFit/>
          </a:bodyPr>
          <a:lstStyle/>
          <a:p>
            <a:pPr algn="l"/>
            <a:r>
              <a:rPr sz="2300" b="1">
                <a:solidFill>
                  <a:srgbClr val="B07422"/>
                </a:solidFill>
                <a:latin typeface="Microsoft YaHei"/>
              </a:rPr>
              <a:t>02</a:t>
            </a:r>
          </a:p>
        </p:txBody>
      </p:sp>
      <p:sp>
        <p:nvSpPr>
          <p:cNvPr id="50" name="TextBox 49"/>
          <p:cNvSpPr txBox="1"/>
          <p:nvPr/>
        </p:nvSpPr>
        <p:spPr>
          <a:xfrm>
            <a:off x="5093208" y="2240280"/>
            <a:ext cx="2514600" cy="457200"/>
          </a:xfrm>
          <a:prstGeom prst="rect">
            <a:avLst/>
          </a:prstGeom>
          <a:noFill/>
        </p:spPr>
        <p:txBody>
          <a:bodyPr wrap="none" lIns="36576" rIns="36576" tIns="36576" bIns="36576" anchor="ctr">
            <a:spAutoFit/>
          </a:bodyPr>
          <a:lstStyle/>
          <a:p>
            <a:pPr algn="l"/>
            <a:r>
              <a:rPr sz="2300" b="1">
                <a:solidFill>
                  <a:srgbClr val="0A3989"/>
                </a:solidFill>
                <a:latin typeface="Microsoft YaHei"/>
              </a:rPr>
              <a:t>同堂异步</a:t>
            </a:r>
          </a:p>
        </p:txBody>
      </p:sp>
      <p:sp>
        <p:nvSpPr>
          <p:cNvPr id="51" name="TextBox 50"/>
          <p:cNvSpPr txBox="1"/>
          <p:nvPr/>
        </p:nvSpPr>
        <p:spPr>
          <a:xfrm>
            <a:off x="5093208" y="2834640"/>
            <a:ext cx="2514600" cy="1097280"/>
          </a:xfrm>
          <a:prstGeom prst="rect">
            <a:avLst/>
          </a:prstGeom>
          <a:noFill/>
        </p:spPr>
        <p:txBody>
          <a:bodyPr wrap="none" lIns="36576" rIns="36576" tIns="36576" bIns="36576" anchor="t">
            <a:spAutoFit/>
          </a:bodyPr>
          <a:lstStyle/>
          <a:p>
            <a:pPr algn="l"/>
            <a:r>
              <a:rPr sz="1500" b="0">
                <a:solidFill>
                  <a:srgbClr val="1F2A37"/>
                </a:solidFill>
                <a:latin typeface="Microsoft YaHei"/>
              </a:rPr>
              <a:t>学生认知层次差异大
课堂难以及时分层与调整</a:t>
            </a:r>
          </a:p>
        </p:txBody>
      </p:sp>
      <p:sp>
        <p:nvSpPr>
          <p:cNvPr id="52" name="Rounded Rectangle 51"/>
          <p:cNvSpPr/>
          <p:nvPr/>
        </p:nvSpPr>
        <p:spPr>
          <a:xfrm>
            <a:off x="8247888" y="1527048"/>
            <a:ext cx="2971800" cy="3063240"/>
          </a:xfrm>
          <a:prstGeom prst="roundRect">
            <a:avLst/>
          </a:prstGeom>
          <a:solidFill>
            <a:srgbClr val="FFFFFF"/>
          </a:solidFill>
          <a:ln>
            <a:solidFill>
              <a:srgbClr val="C8D8E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3" name="TextBox 52"/>
          <p:cNvSpPr txBox="1"/>
          <p:nvPr/>
        </p:nvSpPr>
        <p:spPr>
          <a:xfrm>
            <a:off x="8430767" y="1737360"/>
            <a:ext cx="640080" cy="457200"/>
          </a:xfrm>
          <a:prstGeom prst="rect">
            <a:avLst/>
          </a:prstGeom>
          <a:noFill/>
        </p:spPr>
        <p:txBody>
          <a:bodyPr wrap="none" lIns="36576" rIns="36576" tIns="36576" bIns="36576" anchor="ctr">
            <a:spAutoFit/>
          </a:bodyPr>
          <a:lstStyle/>
          <a:p>
            <a:pPr algn="l"/>
            <a:r>
              <a:rPr sz="2300" b="1">
                <a:solidFill>
                  <a:srgbClr val="B07422"/>
                </a:solidFill>
                <a:latin typeface="Microsoft YaHei"/>
              </a:rPr>
              <a:t>03</a:t>
            </a:r>
          </a:p>
        </p:txBody>
      </p:sp>
      <p:sp>
        <p:nvSpPr>
          <p:cNvPr id="54" name="TextBox 53"/>
          <p:cNvSpPr txBox="1"/>
          <p:nvPr/>
        </p:nvSpPr>
        <p:spPr>
          <a:xfrm>
            <a:off x="8430767" y="2240280"/>
            <a:ext cx="2514600" cy="457200"/>
          </a:xfrm>
          <a:prstGeom prst="rect">
            <a:avLst/>
          </a:prstGeom>
          <a:noFill/>
        </p:spPr>
        <p:txBody>
          <a:bodyPr wrap="none" lIns="36576" rIns="36576" tIns="36576" bIns="36576" anchor="ctr">
            <a:spAutoFit/>
          </a:bodyPr>
          <a:lstStyle/>
          <a:p>
            <a:pPr algn="l"/>
            <a:r>
              <a:rPr sz="2300" b="1">
                <a:solidFill>
                  <a:srgbClr val="0A3989"/>
                </a:solidFill>
                <a:latin typeface="Microsoft YaHei"/>
              </a:rPr>
              <a:t>批改浅层</a:t>
            </a:r>
          </a:p>
        </p:txBody>
      </p:sp>
      <p:sp>
        <p:nvSpPr>
          <p:cNvPr id="55" name="TextBox 54"/>
          <p:cNvSpPr txBox="1"/>
          <p:nvPr/>
        </p:nvSpPr>
        <p:spPr>
          <a:xfrm>
            <a:off x="8430767" y="2834640"/>
            <a:ext cx="2514600" cy="1097280"/>
          </a:xfrm>
          <a:prstGeom prst="rect">
            <a:avLst/>
          </a:prstGeom>
          <a:noFill/>
        </p:spPr>
        <p:txBody>
          <a:bodyPr wrap="none" lIns="36576" rIns="36576" tIns="36576" bIns="36576" anchor="t">
            <a:spAutoFit/>
          </a:bodyPr>
          <a:lstStyle/>
          <a:p>
            <a:pPr algn="l"/>
            <a:r>
              <a:rPr sz="1500" b="0">
                <a:solidFill>
                  <a:srgbClr val="1F2A37"/>
                </a:solidFill>
                <a:latin typeface="Microsoft YaHei"/>
              </a:rPr>
              <a:t>看到对错，却难定位原因
干预与后续任务缺乏证据</a:t>
            </a:r>
          </a:p>
        </p:txBody>
      </p:sp>
      <p:sp>
        <p:nvSpPr>
          <p:cNvPr id="56" name="Rounded Rectangle 55"/>
          <p:cNvSpPr/>
          <p:nvPr/>
        </p:nvSpPr>
        <p:spPr>
          <a:xfrm>
            <a:off x="1572768" y="4919472"/>
            <a:ext cx="9646920" cy="749808"/>
          </a:xfrm>
          <a:prstGeom prst="roundRect">
            <a:avLst/>
          </a:prstGeom>
          <a:solidFill>
            <a:srgbClr val="EBF3FC"/>
          </a:solidFill>
          <a:ln>
            <a:solidFill>
              <a:srgbClr val="EBF3F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7" name="TextBox 56"/>
          <p:cNvSpPr txBox="1"/>
          <p:nvPr/>
        </p:nvSpPr>
        <p:spPr>
          <a:xfrm>
            <a:off x="1783080" y="5010912"/>
            <a:ext cx="9189720" cy="530352"/>
          </a:xfrm>
          <a:prstGeom prst="rect">
            <a:avLst/>
          </a:prstGeom>
          <a:noFill/>
        </p:spPr>
        <p:txBody>
          <a:bodyPr wrap="none" lIns="36576" rIns="36576" tIns="36576" bIns="36576" anchor="ctr">
            <a:spAutoFit/>
          </a:bodyPr>
          <a:lstStyle/>
          <a:p>
            <a:pPr algn="ctr"/>
            <a:r>
              <a:rPr sz="1900" b="1">
                <a:solidFill>
                  <a:srgbClr val="0A3989"/>
                </a:solidFill>
                <a:latin typeface="Microsoft YaHei"/>
              </a:rPr>
              <a:t>目标：让每一次教学决策更有证据，让每一个学生的困难更早被看见</a:t>
            </a:r>
          </a:p>
        </p:txBody>
      </p:sp>
      <p:sp>
        <p:nvSpPr>
          <p:cNvPr id="58" name="TextBox 57"/>
          <p:cNvSpPr txBox="1"/>
          <p:nvPr/>
        </p:nvSpPr>
        <p:spPr>
          <a:xfrm>
            <a:off x="457200" y="6473952"/>
            <a:ext cx="7680960" cy="201168"/>
          </a:xfrm>
          <a:prstGeom prst="rect">
            <a:avLst/>
          </a:prstGeom>
          <a:noFill/>
        </p:spPr>
        <p:txBody>
          <a:bodyPr wrap="none" lIns="36576" rIns="36576" tIns="36576" bIns="36576" anchor="ctr">
            <a:spAutoFit/>
          </a:bodyPr>
          <a:lstStyle/>
          <a:p>
            <a:pPr algn="l"/>
            <a:r>
              <a:rPr sz="800" b="0">
                <a:solidFill>
                  <a:srgbClr val="5B6978"/>
                </a:solidFill>
                <a:latin typeface="Microsoft YaHei"/>
              </a:rPr>
              <a:t>诗脉·启明 PoeticRealm AI · 教师可控 / 证据驱动 / 失败可退</a:t>
            </a:r>
          </a:p>
        </p:txBody>
      </p:sp>
      <p:sp>
        <p:nvSpPr>
          <p:cNvPr id="59" name="TextBox 58"/>
          <p:cNvSpPr txBox="1"/>
          <p:nvPr/>
        </p:nvSpPr>
        <p:spPr>
          <a:xfrm>
            <a:off x="10881360" y="6437376"/>
            <a:ext cx="731520" cy="256032"/>
          </a:xfrm>
          <a:prstGeom prst="rect">
            <a:avLst/>
          </a:prstGeom>
          <a:noFill/>
        </p:spPr>
        <p:txBody>
          <a:bodyPr wrap="none" lIns="36576" rIns="36576" tIns="36576" bIns="36576" anchor="ctr">
            <a:spAutoFit/>
          </a:bodyPr>
          <a:lstStyle/>
          <a:p>
            <a:pPr algn="r"/>
            <a:r>
              <a:rPr sz="900" b="1">
                <a:solidFill>
                  <a:srgbClr val="0A3989"/>
                </a:solidFill>
                <a:latin typeface="Microsoft YaHei"/>
              </a:rPr>
              <a:t>02 / 09</a:t>
            </a:r>
          </a:p>
        </p:txBody>
      </p: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med" p14:dur="699">
        <p:fade/>
      </p:transition>
    </mc:Choice>
    <mc:Fallback>
      <p:transition spd="med">
        <p:fade/>
      </p:transition>
    </mc:Fallback>
  </mc:AlternateContent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1">
          <a:blip r:embed="rId1"/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4" name="组合 3"/>
          <p:cNvGrpSpPr/>
          <p:nvPr/>
        </p:nvGrpSpPr>
        <p:grpSpPr>
          <a:xfrm>
            <a:off x="0" y="1392555"/>
            <a:ext cx="2567305" cy="4203700"/>
            <a:chOff x="0" y="2193"/>
            <a:chExt cx="4043" cy="6620"/>
          </a:xfrm>
        </p:grpSpPr>
        <p:sp>
          <p:nvSpPr>
            <p:cNvPr id="5" name="五边形 4"/>
            <p:cNvSpPr/>
            <p:nvPr/>
          </p:nvSpPr>
          <p:spPr>
            <a:xfrm>
              <a:off x="395" y="2193"/>
              <a:ext cx="3648" cy="6620"/>
            </a:xfrm>
            <a:prstGeom prst="homePlate">
              <a:avLst>
                <a:gd name="adj" fmla="val 28927"/>
              </a:avLst>
            </a:prstGeom>
            <a:solidFill>
              <a:srgbClr val="2F5597"/>
            </a:solidFill>
            <a:ln>
              <a:noFill/>
            </a:ln>
            <a:effectLst>
              <a:outerShdw blurRad="50800" dist="38100" dir="2700000" algn="tl" rotWithShape="0">
                <a:prstClr val="black">
                  <a:alpha val="40000"/>
                </a:prstClr>
              </a:outerShdw>
            </a:effec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>
              <a:defPPr>
                <a:defRPr lang="zh-CN"/>
              </a:defPPr>
              <a:lvl1pPr marL="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ctr"/>
              <a:endParaRPr lang="zh-CN" altLang="en-US">
                <a:ea typeface="微软雅黑" panose="020B0503020204020204" pitchFamily="34" charset="-122"/>
              </a:endParaRPr>
            </a:p>
          </p:txBody>
        </p:sp>
        <p:sp>
          <p:nvSpPr>
            <p:cNvPr id="7" name="文本框 6"/>
            <p:cNvSpPr txBox="1"/>
            <p:nvPr/>
          </p:nvSpPr>
          <p:spPr>
            <a:xfrm>
              <a:off x="980" y="3388"/>
              <a:ext cx="1663" cy="4021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lstStyle>
              <a:defPPr>
                <a:defRPr lang="zh-CN"/>
              </a:defPPr>
              <a:lvl1pPr algn="ctr" fontAlgn="auto">
                <a:spcBef>
                  <a:spcPts val="0"/>
                </a:spcBef>
                <a:spcAft>
                  <a:spcPts val="0"/>
                </a:spcAft>
                <a:defRPr sz="3800" b="1" kern="0" spc="-150">
                  <a:ln w="1905">
                    <a:noFill/>
                  </a:ln>
                  <a:solidFill>
                    <a:schemeClr val="bg1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defRPr>
              </a:lvl1pPr>
            </a:lstStyle>
            <a:p>
              <a:endParaRPr lang="zh-CN" altLang="en-US" sz="4000" dirty="0"/>
            </a:p>
          </p:txBody>
        </p:sp>
        <p:sp>
          <p:nvSpPr>
            <p:cNvPr id="41" name="五边形 40"/>
            <p:cNvSpPr/>
            <p:nvPr/>
          </p:nvSpPr>
          <p:spPr>
            <a:xfrm rot="10800000">
              <a:off x="0" y="2193"/>
              <a:ext cx="306" cy="6620"/>
            </a:xfrm>
            <a:prstGeom prst="homePlate">
              <a:avLst>
                <a:gd name="adj" fmla="val 0"/>
              </a:avLst>
            </a:prstGeom>
            <a:solidFill>
              <a:srgbClr val="3E56A3"/>
            </a:solidFill>
            <a:ln>
              <a:noFill/>
            </a:ln>
            <a:effectLst/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>
              <a:defPPr>
                <a:defRPr lang="zh-CN"/>
              </a:defPPr>
              <a:lvl1pPr marL="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ctr"/>
              <a:endParaRPr lang="zh-CN" altLang="en-US">
                <a:ea typeface="微软雅黑" panose="020B0503020204020204" pitchFamily="34" charset="-122"/>
              </a:endParaRPr>
            </a:p>
          </p:txBody>
        </p:sp>
      </p:grpSp>
      <p:sp>
        <p:nvSpPr>
          <p:cNvPr id="36" name="TextBox 20"/>
          <p:cNvSpPr txBox="1"/>
          <p:nvPr>
            <p:custDataLst>
              <p:tags r:id="rId2"/>
            </p:custDataLst>
          </p:nvPr>
        </p:nvSpPr>
        <p:spPr>
          <a:xfrm>
            <a:off x="4656657" y="1520823"/>
            <a:ext cx="6974772" cy="491490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/>
          </a:lnRef>
          <a:fillRef idx="1">
            <a:schemeClr val="lt1"/>
          </a:fillRef>
          <a:effectRef idx="0">
            <a:schemeClr val="accent1"/>
          </a:effectRef>
          <a:fontRef idx="minor">
            <a:schemeClr val="dk1"/>
          </a:fontRef>
        </p:style>
        <p:txBody>
          <a:bodyPr wrap="square" rtlCol="0" anchor="t" anchorCtr="0">
            <a:spAutoFit/>
          </a:bodyPr>
          <a:lstStyle>
            <a:defPPr>
              <a:defRPr lang="zh-CN"/>
            </a:defPPr>
            <a:lvl1pPr marL="0" algn="l" defTabSz="914400" rtl="0" eaLnBrk="1" latinLnBrk="0" hangingPunct="1">
              <a:defRPr sz="18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9pPr>
          </a:lstStyle>
          <a:p>
            <a:endParaRPr lang="en-US" altLang="zh-CN" sz="2600" b="1" spc="100" dirty="0">
              <a:solidFill>
                <a:srgbClr val="0070C0"/>
              </a:solidFill>
              <a:latin typeface="黑体" panose="02010609060101010101" charset="-122"/>
              <a:ea typeface="黑体" panose="02010609060101010101" charset="-122"/>
              <a:cs typeface="黑体" panose="02010609060101010101" charset="-122"/>
            </a:endParaRPr>
          </a:p>
        </p:txBody>
      </p:sp>
      <p:sp>
        <p:nvSpPr>
          <p:cNvPr id="37" name="TextBox 20"/>
          <p:cNvSpPr txBox="1"/>
          <p:nvPr>
            <p:custDataLst>
              <p:tags r:id="rId3"/>
            </p:custDataLst>
          </p:nvPr>
        </p:nvSpPr>
        <p:spPr>
          <a:xfrm>
            <a:off x="4656657" y="2659512"/>
            <a:ext cx="6974772" cy="891540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/>
          </a:lnRef>
          <a:fillRef idx="1">
            <a:schemeClr val="lt1"/>
          </a:fillRef>
          <a:effectRef idx="0">
            <a:schemeClr val="accent1"/>
          </a:effectRef>
          <a:fontRef idx="minor">
            <a:schemeClr val="dk1"/>
          </a:fontRef>
        </p:style>
        <p:txBody>
          <a:bodyPr wrap="square" rtlCol="0" anchor="t" anchorCtr="0">
            <a:spAutoFit/>
          </a:bodyPr>
          <a:lstStyle>
            <a:defPPr>
              <a:defRPr lang="zh-CN"/>
            </a:defPPr>
            <a:lvl1pPr marL="0" algn="l" defTabSz="914400" rtl="0" eaLnBrk="1" latinLnBrk="0" hangingPunct="1">
              <a:defRPr sz="18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l">
              <a:buClrTx/>
              <a:buSzTx/>
              <a:buFontTx/>
            </a:pPr>
            <a:endParaRPr lang="en-US" altLang="zh-CN" sz="2600" b="1" spc="100" dirty="0">
              <a:solidFill>
                <a:srgbClr val="0070C0"/>
              </a:solidFill>
              <a:latin typeface="楷体" charset="0"/>
              <a:ea typeface="楷体" charset="0"/>
              <a:cs typeface="楷体" charset="0"/>
            </a:endParaRPr>
          </a:p>
        </p:txBody>
      </p:sp>
      <p:sp>
        <p:nvSpPr>
          <p:cNvPr id="38" name="TextBox 20"/>
          <p:cNvSpPr txBox="1"/>
          <p:nvPr>
            <p:custDataLst>
              <p:tags r:id="rId4"/>
            </p:custDataLst>
          </p:nvPr>
        </p:nvSpPr>
        <p:spPr>
          <a:xfrm>
            <a:off x="4656657" y="3798201"/>
            <a:ext cx="6974772" cy="491490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/>
          </a:lnRef>
          <a:fillRef idx="1">
            <a:schemeClr val="lt1"/>
          </a:fillRef>
          <a:effectRef idx="0">
            <a:schemeClr val="accent1"/>
          </a:effectRef>
          <a:fontRef idx="minor">
            <a:schemeClr val="dk1"/>
          </a:fontRef>
        </p:style>
        <p:txBody>
          <a:bodyPr wrap="square" rtlCol="0" anchor="t" anchorCtr="0">
            <a:spAutoFit/>
          </a:bodyPr>
          <a:lstStyle>
            <a:defPPr>
              <a:defRPr lang="zh-CN"/>
            </a:defPPr>
            <a:lvl1pPr marL="0" algn="l" defTabSz="914400" rtl="0" eaLnBrk="1" latinLnBrk="0" hangingPunct="1">
              <a:defRPr sz="18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l">
              <a:buClrTx/>
              <a:buSzTx/>
              <a:buFontTx/>
            </a:pPr>
            <a:endParaRPr lang="zh-CN" altLang="en-US" sz="2600" b="1" spc="100" dirty="0">
              <a:solidFill>
                <a:srgbClr val="0070C0"/>
              </a:solidFill>
              <a:latin typeface="黑体" panose="02010609060101010101" charset="-122"/>
              <a:ea typeface="黑体" panose="02010609060101010101" charset="-122"/>
              <a:cs typeface="黑体" panose="02010609060101010101" charset="-122"/>
            </a:endParaRPr>
          </a:p>
        </p:txBody>
      </p:sp>
      <p:sp>
        <p:nvSpPr>
          <p:cNvPr id="39" name="TextBox 20"/>
          <p:cNvSpPr txBox="1"/>
          <p:nvPr>
            <p:custDataLst>
              <p:tags r:id="rId5"/>
            </p:custDataLst>
          </p:nvPr>
        </p:nvSpPr>
        <p:spPr>
          <a:xfrm>
            <a:off x="4656657" y="4965464"/>
            <a:ext cx="6974772" cy="1291590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/>
          </a:lnRef>
          <a:fillRef idx="1">
            <a:schemeClr val="lt1"/>
          </a:fillRef>
          <a:effectRef idx="0">
            <a:schemeClr val="accent1"/>
          </a:effectRef>
          <a:fontRef idx="minor">
            <a:schemeClr val="dk1"/>
          </a:fontRef>
        </p:style>
        <p:txBody>
          <a:bodyPr wrap="square" rtlCol="0" anchor="t" anchorCtr="0">
            <a:spAutoFit/>
          </a:bodyPr>
          <a:lstStyle>
            <a:defPPr>
              <a:defRPr lang="zh-CN"/>
            </a:defPPr>
            <a:lvl1pPr marL="0" algn="l" defTabSz="914400" rtl="0" eaLnBrk="1" latinLnBrk="0" hangingPunct="1">
              <a:defRPr sz="18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l">
              <a:buClrTx/>
              <a:buSzTx/>
              <a:buFontTx/>
            </a:pPr>
            <a:endParaRPr lang="zh-CN" altLang="en-US" sz="2600" b="1" spc="100" dirty="0">
              <a:solidFill>
                <a:srgbClr val="0070C0"/>
              </a:solidFill>
              <a:latin typeface="楷体" charset="0"/>
              <a:ea typeface="楷体" charset="0"/>
              <a:cs typeface="楷体" charset="0"/>
            </a:endParaRPr>
          </a:p>
        </p:txBody>
      </p:sp>
      <p:grpSp>
        <p:nvGrpSpPr>
          <p:cNvPr id="40" name="组合 39"/>
          <p:cNvGrpSpPr/>
          <p:nvPr>
            <p:custDataLst>
              <p:tags r:id="rId6"/>
            </p:custDataLst>
          </p:nvPr>
        </p:nvGrpSpPr>
        <p:grpSpPr>
          <a:xfrm>
            <a:off x="3532085" y="1370965"/>
            <a:ext cx="682625" cy="683260"/>
            <a:chOff x="3162416" y="1535627"/>
            <a:chExt cx="923809" cy="924143"/>
          </a:xfrm>
        </p:grpSpPr>
        <p:grpSp>
          <p:nvGrpSpPr>
            <p:cNvPr id="42" name="组合 41"/>
            <p:cNvGrpSpPr/>
            <p:nvPr/>
          </p:nvGrpSpPr>
          <p:grpSpPr>
            <a:xfrm>
              <a:off x="3162416" y="1535627"/>
              <a:ext cx="923809" cy="924143"/>
              <a:chOff x="4345444" y="2542859"/>
              <a:chExt cx="1810550" cy="1811205"/>
            </a:xfrm>
          </p:grpSpPr>
          <p:grpSp>
            <p:nvGrpSpPr>
              <p:cNvPr id="44" name="组合 43"/>
              <p:cNvGrpSpPr/>
              <p:nvPr/>
            </p:nvGrpSpPr>
            <p:grpSpPr>
              <a:xfrm>
                <a:off x="4345444" y="2542859"/>
                <a:ext cx="1810550" cy="1811205"/>
                <a:chOff x="1463339" y="1072758"/>
                <a:chExt cx="1546058" cy="1546058"/>
              </a:xfrm>
              <a:effectLst>
                <a:outerShdw blurRad="330200" dist="215900" dir="6900000" sx="91000" sy="91000" algn="t" rotWithShape="0">
                  <a:prstClr val="black">
                    <a:alpha val="49000"/>
                  </a:prstClr>
                </a:outerShdw>
              </a:effectLst>
            </p:grpSpPr>
            <p:sp>
              <p:nvSpPr>
                <p:cNvPr id="46" name="同心圆 45"/>
                <p:cNvSpPr/>
                <p:nvPr>
                  <p:custDataLst>
                    <p:tags r:id="rId7"/>
                  </p:custDataLst>
                </p:nvPr>
              </p:nvSpPr>
              <p:spPr>
                <a:xfrm>
                  <a:off x="1463339" y="1072758"/>
                  <a:ext cx="1546058" cy="1546058"/>
                </a:xfrm>
                <a:prstGeom prst="donut">
                  <a:avLst>
                    <a:gd name="adj" fmla="val 4879"/>
                  </a:avLst>
                </a:prstGeom>
                <a:gradFill>
                  <a:gsLst>
                    <a:gs pos="0">
                      <a:schemeClr val="bg1">
                        <a:lumMod val="95000"/>
                      </a:schemeClr>
                    </a:gs>
                    <a:gs pos="55000">
                      <a:schemeClr val="bg1">
                        <a:lumMod val="95000"/>
                      </a:schemeClr>
                    </a:gs>
                    <a:gs pos="100000">
                      <a:schemeClr val="bg1">
                        <a:lumMod val="85000"/>
                      </a:schemeClr>
                    </a:gs>
                  </a:gsLst>
                  <a:lin ang="8100000" scaled="0"/>
                </a:gradFill>
                <a:ln>
                  <a:noFill/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zh-CN" altLang="en-US">
                    <a:solidFill>
                      <a:schemeClr val="tx1"/>
                    </a:solidFill>
                    <a:cs typeface="+mn-ea"/>
                    <a:sym typeface="+mn-lt"/>
                  </a:endParaRPr>
                </a:p>
              </p:txBody>
            </p:sp>
            <p:sp>
              <p:nvSpPr>
                <p:cNvPr id="47" name="椭圆 46"/>
                <p:cNvSpPr/>
                <p:nvPr>
                  <p:custDataLst>
                    <p:tags r:id="rId8"/>
                  </p:custDataLst>
                </p:nvPr>
              </p:nvSpPr>
              <p:spPr>
                <a:xfrm>
                  <a:off x="1484232" y="1093651"/>
                  <a:ext cx="1504274" cy="1504273"/>
                </a:xfrm>
                <a:prstGeom prst="ellipse">
                  <a:avLst/>
                </a:prstGeom>
                <a:gradFill>
                  <a:gsLst>
                    <a:gs pos="0">
                      <a:schemeClr val="bg1"/>
                    </a:gs>
                    <a:gs pos="51000">
                      <a:schemeClr val="bg1">
                        <a:lumMod val="95000"/>
                      </a:schemeClr>
                    </a:gs>
                    <a:gs pos="100000">
                      <a:schemeClr val="bg1">
                        <a:lumMod val="85000"/>
                      </a:schemeClr>
                    </a:gs>
                  </a:gsLst>
                  <a:lin ang="18900000" scaled="0"/>
                </a:gradFill>
                <a:ln>
                  <a:noFill/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zh-CN" altLang="en-US">
                    <a:cs typeface="+mn-ea"/>
                    <a:sym typeface="+mn-lt"/>
                  </a:endParaRPr>
                </a:p>
              </p:txBody>
            </p:sp>
          </p:grpSp>
          <p:sp>
            <p:nvSpPr>
              <p:cNvPr id="45" name="椭圆 44"/>
              <p:cNvSpPr/>
              <p:nvPr>
                <p:custDataLst>
                  <p:tags r:id="rId9"/>
                </p:custDataLst>
              </p:nvPr>
            </p:nvSpPr>
            <p:spPr>
              <a:xfrm>
                <a:off x="4523580" y="2742068"/>
                <a:ext cx="1433004" cy="1433521"/>
              </a:xfrm>
              <a:prstGeom prst="ellipse">
                <a:avLst/>
              </a:prstGeom>
              <a:solidFill>
                <a:srgbClr val="3E56A3"/>
              </a:solidFill>
              <a:ln>
                <a:noFill/>
              </a:ln>
              <a:effectLst/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>
                  <a:cs typeface="+mn-ea"/>
                  <a:sym typeface="+mn-lt"/>
                </a:endParaRPr>
              </a:p>
            </p:txBody>
          </p:sp>
        </p:grpSp>
        <p:sp>
          <p:nvSpPr>
            <p:cNvPr id="43" name="TextBox 20"/>
            <p:cNvSpPr txBox="1"/>
            <p:nvPr>
              <p:custDataLst>
                <p:tags r:id="rId10"/>
              </p:custDataLst>
            </p:nvPr>
          </p:nvSpPr>
          <p:spPr>
            <a:xfrm>
              <a:off x="3299266" y="1703540"/>
              <a:ext cx="476498" cy="622680"/>
            </a:xfrm>
            <a:prstGeom prst="rect">
              <a:avLst/>
            </a:prstGeom>
            <a:noFill/>
            <a:ln>
              <a:noFill/>
            </a:ln>
          </p:spPr>
          <p:style>
            <a:lnRef idx="2">
              <a:schemeClr val="accent1"/>
            </a:lnRef>
            <a:fillRef idx="1">
              <a:schemeClr val="lt1"/>
            </a:fillRef>
            <a:effectRef idx="0">
              <a:schemeClr val="accent1"/>
            </a:effectRef>
            <a:fontRef idx="minor">
              <a:schemeClr val="dk1"/>
            </a:fontRef>
          </p:style>
          <p:txBody>
            <a:bodyPr wrap="square" rtlCol="0" anchor="t" anchorCtr="0">
              <a:spAutoFit/>
            </a:bodyPr>
            <a:lstStyle>
              <a:defPPr>
                <a:defRPr lang="zh-CN"/>
              </a:defPPr>
              <a:lvl1pPr marL="0" algn="l" defTabSz="914400" rtl="0" eaLnBrk="1" latinLnBrk="0" hangingPunct="1">
                <a:defRPr sz="1800" kern="1200">
                  <a:solidFill>
                    <a:schemeClr val="dk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dk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dk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dk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dk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dk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dk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dk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dk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endParaRPr lang="zh-CN" altLang="en-US" sz="2400" b="1" spc="100" dirty="0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</p:txBody>
        </p:sp>
      </p:grpSp>
      <p:grpSp>
        <p:nvGrpSpPr>
          <p:cNvPr id="48" name="组合 47"/>
          <p:cNvGrpSpPr/>
          <p:nvPr>
            <p:custDataLst>
              <p:tags r:id="rId11"/>
            </p:custDataLst>
          </p:nvPr>
        </p:nvGrpSpPr>
        <p:grpSpPr>
          <a:xfrm>
            <a:off x="3532085" y="2524125"/>
            <a:ext cx="682625" cy="683260"/>
            <a:chOff x="3162416" y="1535627"/>
            <a:chExt cx="923809" cy="924143"/>
          </a:xfrm>
        </p:grpSpPr>
        <p:grpSp>
          <p:nvGrpSpPr>
            <p:cNvPr id="49" name="组合 48"/>
            <p:cNvGrpSpPr/>
            <p:nvPr/>
          </p:nvGrpSpPr>
          <p:grpSpPr>
            <a:xfrm>
              <a:off x="3162416" y="1535627"/>
              <a:ext cx="923809" cy="924143"/>
              <a:chOff x="4345444" y="2542859"/>
              <a:chExt cx="1810550" cy="1811205"/>
            </a:xfrm>
          </p:grpSpPr>
          <p:grpSp>
            <p:nvGrpSpPr>
              <p:cNvPr id="51" name="组合 50"/>
              <p:cNvGrpSpPr/>
              <p:nvPr/>
            </p:nvGrpSpPr>
            <p:grpSpPr>
              <a:xfrm>
                <a:off x="4345444" y="2542859"/>
                <a:ext cx="1810550" cy="1811205"/>
                <a:chOff x="1463339" y="1072758"/>
                <a:chExt cx="1546058" cy="1546058"/>
              </a:xfrm>
              <a:effectLst>
                <a:outerShdw blurRad="330200" dist="215900" dir="6900000" sx="91000" sy="91000" algn="t" rotWithShape="0">
                  <a:prstClr val="black">
                    <a:alpha val="49000"/>
                  </a:prstClr>
                </a:outerShdw>
              </a:effectLst>
            </p:grpSpPr>
            <p:sp>
              <p:nvSpPr>
                <p:cNvPr id="53" name="同心圆 52"/>
                <p:cNvSpPr/>
                <p:nvPr>
                  <p:custDataLst>
                    <p:tags r:id="rId12"/>
                  </p:custDataLst>
                </p:nvPr>
              </p:nvSpPr>
              <p:spPr>
                <a:xfrm>
                  <a:off x="1463339" y="1072758"/>
                  <a:ext cx="1546058" cy="1546058"/>
                </a:xfrm>
                <a:prstGeom prst="donut">
                  <a:avLst>
                    <a:gd name="adj" fmla="val 4879"/>
                  </a:avLst>
                </a:prstGeom>
                <a:gradFill>
                  <a:gsLst>
                    <a:gs pos="0">
                      <a:schemeClr val="bg1">
                        <a:lumMod val="95000"/>
                      </a:schemeClr>
                    </a:gs>
                    <a:gs pos="55000">
                      <a:schemeClr val="bg1">
                        <a:lumMod val="95000"/>
                      </a:schemeClr>
                    </a:gs>
                    <a:gs pos="100000">
                      <a:schemeClr val="bg1">
                        <a:lumMod val="85000"/>
                      </a:schemeClr>
                    </a:gs>
                  </a:gsLst>
                  <a:lin ang="8100000" scaled="0"/>
                </a:gradFill>
                <a:ln>
                  <a:noFill/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zh-CN" altLang="en-US">
                    <a:solidFill>
                      <a:schemeClr val="tx1"/>
                    </a:solidFill>
                    <a:cs typeface="+mn-ea"/>
                    <a:sym typeface="+mn-lt"/>
                  </a:endParaRPr>
                </a:p>
              </p:txBody>
            </p:sp>
            <p:sp>
              <p:nvSpPr>
                <p:cNvPr id="54" name="椭圆 53"/>
                <p:cNvSpPr/>
                <p:nvPr>
                  <p:custDataLst>
                    <p:tags r:id="rId13"/>
                  </p:custDataLst>
                </p:nvPr>
              </p:nvSpPr>
              <p:spPr>
                <a:xfrm>
                  <a:off x="1484232" y="1093651"/>
                  <a:ext cx="1504274" cy="1504273"/>
                </a:xfrm>
                <a:prstGeom prst="ellipse">
                  <a:avLst/>
                </a:prstGeom>
                <a:gradFill>
                  <a:gsLst>
                    <a:gs pos="0">
                      <a:schemeClr val="bg1"/>
                    </a:gs>
                    <a:gs pos="51000">
                      <a:schemeClr val="bg1">
                        <a:lumMod val="95000"/>
                      </a:schemeClr>
                    </a:gs>
                    <a:gs pos="100000">
                      <a:schemeClr val="bg1">
                        <a:lumMod val="85000"/>
                      </a:schemeClr>
                    </a:gs>
                  </a:gsLst>
                  <a:lin ang="18900000" scaled="0"/>
                </a:gradFill>
                <a:ln>
                  <a:noFill/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zh-CN" altLang="en-US">
                    <a:cs typeface="+mn-ea"/>
                    <a:sym typeface="+mn-lt"/>
                  </a:endParaRPr>
                </a:p>
              </p:txBody>
            </p:sp>
          </p:grpSp>
          <p:sp>
            <p:nvSpPr>
              <p:cNvPr id="52" name="椭圆 51"/>
              <p:cNvSpPr/>
              <p:nvPr>
                <p:custDataLst>
                  <p:tags r:id="rId14"/>
                </p:custDataLst>
              </p:nvPr>
            </p:nvSpPr>
            <p:spPr>
              <a:xfrm>
                <a:off x="4523580" y="2742068"/>
                <a:ext cx="1433004" cy="1433521"/>
              </a:xfrm>
              <a:prstGeom prst="ellipse">
                <a:avLst/>
              </a:prstGeom>
              <a:solidFill>
                <a:srgbClr val="0070C0"/>
              </a:solidFill>
              <a:ln>
                <a:noFill/>
              </a:ln>
              <a:effectLst/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>
                  <a:cs typeface="+mn-ea"/>
                  <a:sym typeface="+mn-lt"/>
                </a:endParaRPr>
              </a:p>
            </p:txBody>
          </p:sp>
        </p:grpSp>
        <p:sp>
          <p:nvSpPr>
            <p:cNvPr id="50" name="TextBox 20"/>
            <p:cNvSpPr txBox="1"/>
            <p:nvPr>
              <p:custDataLst>
                <p:tags r:id="rId15"/>
              </p:custDataLst>
            </p:nvPr>
          </p:nvSpPr>
          <p:spPr>
            <a:xfrm>
              <a:off x="3286376" y="1677774"/>
              <a:ext cx="476498" cy="622680"/>
            </a:xfrm>
            <a:prstGeom prst="rect">
              <a:avLst/>
            </a:prstGeom>
            <a:noFill/>
            <a:ln>
              <a:noFill/>
            </a:ln>
          </p:spPr>
          <p:style>
            <a:lnRef idx="2">
              <a:schemeClr val="accent1"/>
            </a:lnRef>
            <a:fillRef idx="1">
              <a:schemeClr val="lt1"/>
            </a:fillRef>
            <a:effectRef idx="0">
              <a:schemeClr val="accent1"/>
            </a:effectRef>
            <a:fontRef idx="minor">
              <a:schemeClr val="dk1"/>
            </a:fontRef>
          </p:style>
          <p:txBody>
            <a:bodyPr wrap="square" rtlCol="0" anchor="t" anchorCtr="0">
              <a:spAutoFit/>
            </a:bodyPr>
            <a:lstStyle>
              <a:defPPr>
                <a:defRPr lang="zh-CN"/>
              </a:defPPr>
              <a:lvl1pPr marL="0" algn="l" defTabSz="914400" rtl="0" eaLnBrk="1" latinLnBrk="0" hangingPunct="1">
                <a:defRPr sz="1800" kern="1200">
                  <a:solidFill>
                    <a:schemeClr val="dk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dk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dk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dk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dk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dk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dk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dk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dk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endParaRPr lang="zh-CN" altLang="en-US" sz="2400" b="1" spc="100" dirty="0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</p:txBody>
        </p:sp>
      </p:grpSp>
      <p:grpSp>
        <p:nvGrpSpPr>
          <p:cNvPr id="55" name="组合 54"/>
          <p:cNvGrpSpPr/>
          <p:nvPr>
            <p:custDataLst>
              <p:tags r:id="rId16"/>
            </p:custDataLst>
          </p:nvPr>
        </p:nvGrpSpPr>
        <p:grpSpPr>
          <a:xfrm>
            <a:off x="3532085" y="3676650"/>
            <a:ext cx="682625" cy="683260"/>
            <a:chOff x="3162416" y="1535627"/>
            <a:chExt cx="923809" cy="924143"/>
          </a:xfrm>
        </p:grpSpPr>
        <p:grpSp>
          <p:nvGrpSpPr>
            <p:cNvPr id="56" name="组合 55"/>
            <p:cNvGrpSpPr/>
            <p:nvPr/>
          </p:nvGrpSpPr>
          <p:grpSpPr>
            <a:xfrm>
              <a:off x="3162416" y="1535627"/>
              <a:ext cx="923809" cy="924143"/>
              <a:chOff x="4345444" y="2542859"/>
              <a:chExt cx="1810550" cy="1811205"/>
            </a:xfrm>
          </p:grpSpPr>
          <p:grpSp>
            <p:nvGrpSpPr>
              <p:cNvPr id="58" name="组合 57"/>
              <p:cNvGrpSpPr/>
              <p:nvPr/>
            </p:nvGrpSpPr>
            <p:grpSpPr>
              <a:xfrm>
                <a:off x="4345444" y="2542859"/>
                <a:ext cx="1810550" cy="1811205"/>
                <a:chOff x="1463339" y="1072758"/>
                <a:chExt cx="1546058" cy="1546058"/>
              </a:xfrm>
              <a:effectLst>
                <a:outerShdw blurRad="330200" dist="215900" dir="6900000" sx="91000" sy="91000" algn="t" rotWithShape="0">
                  <a:prstClr val="black">
                    <a:alpha val="49000"/>
                  </a:prstClr>
                </a:outerShdw>
              </a:effectLst>
            </p:grpSpPr>
            <p:sp>
              <p:nvSpPr>
                <p:cNvPr id="60" name="同心圆 59"/>
                <p:cNvSpPr/>
                <p:nvPr>
                  <p:custDataLst>
                    <p:tags r:id="rId17"/>
                  </p:custDataLst>
                </p:nvPr>
              </p:nvSpPr>
              <p:spPr>
                <a:xfrm>
                  <a:off x="1463339" y="1072758"/>
                  <a:ext cx="1546058" cy="1546058"/>
                </a:xfrm>
                <a:prstGeom prst="donut">
                  <a:avLst>
                    <a:gd name="adj" fmla="val 4879"/>
                  </a:avLst>
                </a:prstGeom>
                <a:gradFill>
                  <a:gsLst>
                    <a:gs pos="0">
                      <a:schemeClr val="bg1">
                        <a:lumMod val="95000"/>
                      </a:schemeClr>
                    </a:gs>
                    <a:gs pos="55000">
                      <a:schemeClr val="bg1">
                        <a:lumMod val="95000"/>
                      </a:schemeClr>
                    </a:gs>
                    <a:gs pos="100000">
                      <a:schemeClr val="bg1">
                        <a:lumMod val="85000"/>
                      </a:schemeClr>
                    </a:gs>
                  </a:gsLst>
                  <a:lin ang="8100000" scaled="0"/>
                </a:gradFill>
                <a:ln>
                  <a:noFill/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zh-CN" altLang="en-US">
                    <a:solidFill>
                      <a:schemeClr val="tx1"/>
                    </a:solidFill>
                    <a:cs typeface="+mn-ea"/>
                    <a:sym typeface="+mn-lt"/>
                  </a:endParaRPr>
                </a:p>
              </p:txBody>
            </p:sp>
            <p:sp>
              <p:nvSpPr>
                <p:cNvPr id="61" name="椭圆 60"/>
                <p:cNvSpPr/>
                <p:nvPr>
                  <p:custDataLst>
                    <p:tags r:id="rId18"/>
                  </p:custDataLst>
                </p:nvPr>
              </p:nvSpPr>
              <p:spPr>
                <a:xfrm>
                  <a:off x="1484232" y="1093651"/>
                  <a:ext cx="1504274" cy="1504273"/>
                </a:xfrm>
                <a:prstGeom prst="ellipse">
                  <a:avLst/>
                </a:prstGeom>
                <a:gradFill>
                  <a:gsLst>
                    <a:gs pos="0">
                      <a:schemeClr val="bg1"/>
                    </a:gs>
                    <a:gs pos="51000">
                      <a:schemeClr val="bg1">
                        <a:lumMod val="95000"/>
                      </a:schemeClr>
                    </a:gs>
                    <a:gs pos="100000">
                      <a:schemeClr val="bg1">
                        <a:lumMod val="85000"/>
                      </a:schemeClr>
                    </a:gs>
                  </a:gsLst>
                  <a:lin ang="18900000" scaled="0"/>
                </a:gradFill>
                <a:ln>
                  <a:noFill/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zh-CN" altLang="en-US">
                    <a:cs typeface="+mn-ea"/>
                    <a:sym typeface="+mn-lt"/>
                  </a:endParaRPr>
                </a:p>
              </p:txBody>
            </p:sp>
          </p:grpSp>
          <p:sp>
            <p:nvSpPr>
              <p:cNvPr id="59" name="椭圆 58"/>
              <p:cNvSpPr/>
              <p:nvPr>
                <p:custDataLst>
                  <p:tags r:id="rId19"/>
                </p:custDataLst>
              </p:nvPr>
            </p:nvSpPr>
            <p:spPr>
              <a:xfrm>
                <a:off x="4523580" y="2742068"/>
                <a:ext cx="1433004" cy="1433521"/>
              </a:xfrm>
              <a:prstGeom prst="ellipse">
                <a:avLst/>
              </a:prstGeom>
              <a:solidFill>
                <a:srgbClr val="3E56A3"/>
              </a:solidFill>
              <a:ln>
                <a:noFill/>
              </a:ln>
              <a:effectLst/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>
                  <a:cs typeface="+mn-ea"/>
                  <a:sym typeface="+mn-lt"/>
                </a:endParaRPr>
              </a:p>
            </p:txBody>
          </p:sp>
        </p:grpSp>
        <p:sp>
          <p:nvSpPr>
            <p:cNvPr id="57" name="TextBox 20"/>
            <p:cNvSpPr txBox="1"/>
            <p:nvPr>
              <p:custDataLst>
                <p:tags r:id="rId20"/>
              </p:custDataLst>
            </p:nvPr>
          </p:nvSpPr>
          <p:spPr>
            <a:xfrm>
              <a:off x="3299266" y="1677774"/>
              <a:ext cx="476498" cy="622680"/>
            </a:xfrm>
            <a:prstGeom prst="rect">
              <a:avLst/>
            </a:prstGeom>
            <a:noFill/>
            <a:ln>
              <a:noFill/>
            </a:ln>
          </p:spPr>
          <p:style>
            <a:lnRef idx="2">
              <a:schemeClr val="accent1"/>
            </a:lnRef>
            <a:fillRef idx="1">
              <a:schemeClr val="lt1"/>
            </a:fillRef>
            <a:effectRef idx="0">
              <a:schemeClr val="accent1"/>
            </a:effectRef>
            <a:fontRef idx="minor">
              <a:schemeClr val="dk1"/>
            </a:fontRef>
          </p:style>
          <p:txBody>
            <a:bodyPr wrap="square" rtlCol="0" anchor="t" anchorCtr="0">
              <a:spAutoFit/>
            </a:bodyPr>
            <a:lstStyle>
              <a:defPPr>
                <a:defRPr lang="zh-CN"/>
              </a:defPPr>
              <a:lvl1pPr marL="0" algn="l" defTabSz="914400" rtl="0" eaLnBrk="1" latinLnBrk="0" hangingPunct="1">
                <a:defRPr sz="1800" kern="1200">
                  <a:solidFill>
                    <a:schemeClr val="dk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dk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dk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dk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dk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dk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dk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dk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dk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endParaRPr lang="zh-CN" altLang="en-US" sz="2400" b="1" spc="100" dirty="0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</p:txBody>
        </p:sp>
      </p:grpSp>
      <p:grpSp>
        <p:nvGrpSpPr>
          <p:cNvPr id="62" name="组合 61"/>
          <p:cNvGrpSpPr/>
          <p:nvPr>
            <p:custDataLst>
              <p:tags r:id="rId21"/>
            </p:custDataLst>
          </p:nvPr>
        </p:nvGrpSpPr>
        <p:grpSpPr>
          <a:xfrm>
            <a:off x="3532085" y="4829175"/>
            <a:ext cx="682625" cy="683260"/>
            <a:chOff x="3162416" y="1535627"/>
            <a:chExt cx="923809" cy="924143"/>
          </a:xfrm>
        </p:grpSpPr>
        <p:grpSp>
          <p:nvGrpSpPr>
            <p:cNvPr id="63" name="组合 62"/>
            <p:cNvGrpSpPr/>
            <p:nvPr/>
          </p:nvGrpSpPr>
          <p:grpSpPr>
            <a:xfrm>
              <a:off x="3162416" y="1535627"/>
              <a:ext cx="923809" cy="924143"/>
              <a:chOff x="4345444" y="2542859"/>
              <a:chExt cx="1810550" cy="1811205"/>
            </a:xfrm>
          </p:grpSpPr>
          <p:grpSp>
            <p:nvGrpSpPr>
              <p:cNvPr id="66" name="组合 65"/>
              <p:cNvGrpSpPr/>
              <p:nvPr/>
            </p:nvGrpSpPr>
            <p:grpSpPr>
              <a:xfrm>
                <a:off x="4345444" y="2542859"/>
                <a:ext cx="1810550" cy="1811205"/>
                <a:chOff x="1463339" y="1072758"/>
                <a:chExt cx="1546058" cy="1546058"/>
              </a:xfrm>
              <a:effectLst>
                <a:outerShdw blurRad="330200" dist="215900" dir="6900000" sx="91000" sy="91000" algn="t" rotWithShape="0">
                  <a:prstClr val="black">
                    <a:alpha val="49000"/>
                  </a:prstClr>
                </a:outerShdw>
              </a:effectLst>
            </p:grpSpPr>
            <p:sp>
              <p:nvSpPr>
                <p:cNvPr id="68" name="同心圆 67"/>
                <p:cNvSpPr/>
                <p:nvPr>
                  <p:custDataLst>
                    <p:tags r:id="rId22"/>
                  </p:custDataLst>
                </p:nvPr>
              </p:nvSpPr>
              <p:spPr>
                <a:xfrm>
                  <a:off x="1463339" y="1072758"/>
                  <a:ext cx="1546058" cy="1546058"/>
                </a:xfrm>
                <a:prstGeom prst="donut">
                  <a:avLst>
                    <a:gd name="adj" fmla="val 4879"/>
                  </a:avLst>
                </a:prstGeom>
                <a:gradFill>
                  <a:gsLst>
                    <a:gs pos="0">
                      <a:schemeClr val="bg1">
                        <a:lumMod val="95000"/>
                      </a:schemeClr>
                    </a:gs>
                    <a:gs pos="55000">
                      <a:schemeClr val="bg1">
                        <a:lumMod val="95000"/>
                      </a:schemeClr>
                    </a:gs>
                    <a:gs pos="100000">
                      <a:schemeClr val="bg1">
                        <a:lumMod val="85000"/>
                      </a:schemeClr>
                    </a:gs>
                  </a:gsLst>
                  <a:lin ang="8100000" scaled="0"/>
                </a:gradFill>
                <a:ln>
                  <a:noFill/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zh-CN" altLang="en-US">
                    <a:solidFill>
                      <a:schemeClr val="tx1"/>
                    </a:solidFill>
                    <a:cs typeface="+mn-ea"/>
                    <a:sym typeface="+mn-lt"/>
                  </a:endParaRPr>
                </a:p>
              </p:txBody>
            </p:sp>
            <p:sp>
              <p:nvSpPr>
                <p:cNvPr id="71" name="椭圆 70"/>
                <p:cNvSpPr/>
                <p:nvPr>
                  <p:custDataLst>
                    <p:tags r:id="rId23"/>
                  </p:custDataLst>
                </p:nvPr>
              </p:nvSpPr>
              <p:spPr>
                <a:xfrm>
                  <a:off x="1484232" y="1093651"/>
                  <a:ext cx="1504274" cy="1504273"/>
                </a:xfrm>
                <a:prstGeom prst="ellipse">
                  <a:avLst/>
                </a:prstGeom>
                <a:gradFill>
                  <a:gsLst>
                    <a:gs pos="0">
                      <a:schemeClr val="bg1"/>
                    </a:gs>
                    <a:gs pos="51000">
                      <a:schemeClr val="bg1">
                        <a:lumMod val="95000"/>
                      </a:schemeClr>
                    </a:gs>
                    <a:gs pos="100000">
                      <a:schemeClr val="bg1">
                        <a:lumMod val="85000"/>
                      </a:schemeClr>
                    </a:gs>
                  </a:gsLst>
                  <a:lin ang="18900000" scaled="0"/>
                </a:gradFill>
                <a:ln>
                  <a:noFill/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zh-CN" altLang="en-US">
                    <a:cs typeface="+mn-ea"/>
                    <a:sym typeface="+mn-lt"/>
                  </a:endParaRPr>
                </a:p>
              </p:txBody>
            </p:sp>
          </p:grpSp>
          <p:sp>
            <p:nvSpPr>
              <p:cNvPr id="67" name="椭圆 66"/>
              <p:cNvSpPr/>
              <p:nvPr>
                <p:custDataLst>
                  <p:tags r:id="rId24"/>
                </p:custDataLst>
              </p:nvPr>
            </p:nvSpPr>
            <p:spPr>
              <a:xfrm>
                <a:off x="4523580" y="2742068"/>
                <a:ext cx="1433004" cy="1433521"/>
              </a:xfrm>
              <a:prstGeom prst="ellipse">
                <a:avLst/>
              </a:prstGeom>
              <a:solidFill>
                <a:srgbClr val="0070C0"/>
              </a:solidFill>
              <a:ln>
                <a:noFill/>
              </a:ln>
              <a:effectLst/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>
                  <a:cs typeface="+mn-ea"/>
                  <a:sym typeface="+mn-lt"/>
                </a:endParaRPr>
              </a:p>
            </p:txBody>
          </p:sp>
        </p:grpSp>
        <p:sp>
          <p:nvSpPr>
            <p:cNvPr id="65" name="TextBox 20"/>
            <p:cNvSpPr txBox="1"/>
            <p:nvPr>
              <p:custDataLst>
                <p:tags r:id="rId25"/>
              </p:custDataLst>
            </p:nvPr>
          </p:nvSpPr>
          <p:spPr>
            <a:xfrm>
              <a:off x="3286376" y="1677774"/>
              <a:ext cx="476498" cy="622680"/>
            </a:xfrm>
            <a:prstGeom prst="rect">
              <a:avLst/>
            </a:prstGeom>
            <a:noFill/>
            <a:ln>
              <a:noFill/>
            </a:ln>
          </p:spPr>
          <p:style>
            <a:lnRef idx="2">
              <a:schemeClr val="accent1"/>
            </a:lnRef>
            <a:fillRef idx="1">
              <a:schemeClr val="lt1"/>
            </a:fillRef>
            <a:effectRef idx="0">
              <a:schemeClr val="accent1"/>
            </a:effectRef>
            <a:fontRef idx="minor">
              <a:schemeClr val="dk1"/>
            </a:fontRef>
          </p:style>
          <p:txBody>
            <a:bodyPr wrap="square" rtlCol="0" anchor="t" anchorCtr="0">
              <a:spAutoFit/>
            </a:bodyPr>
            <a:lstStyle>
              <a:defPPr>
                <a:defRPr lang="zh-CN"/>
              </a:defPPr>
              <a:lvl1pPr marL="0" algn="l" defTabSz="914400" rtl="0" eaLnBrk="1" latinLnBrk="0" hangingPunct="1">
                <a:defRPr sz="1800" kern="1200">
                  <a:solidFill>
                    <a:schemeClr val="dk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dk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dk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dk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dk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dk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dk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dk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dk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endParaRPr lang="zh-CN" altLang="en-US" sz="2400" b="1" spc="100" dirty="0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</p:txBody>
        </p:sp>
      </p:grpSp>
      <p:sp>
        <p:nvSpPr>
          <p:cNvPr id="72" name="TextBox 71"/>
          <p:cNvSpPr txBox="1"/>
          <p:nvPr/>
        </p:nvSpPr>
        <p:spPr>
          <a:xfrm>
            <a:off x="320040" y="2057400"/>
            <a:ext cx="749808" cy="1051560"/>
          </a:xfrm>
          <a:prstGeom prst="rect">
            <a:avLst/>
          </a:prstGeom>
          <a:noFill/>
        </p:spPr>
        <p:txBody>
          <a:bodyPr wrap="none" lIns="36576" rIns="36576" tIns="36576" bIns="36576" anchor="ctr">
            <a:spAutoFit/>
          </a:bodyPr>
          <a:lstStyle/>
          <a:p>
            <a:pPr algn="ctr"/>
            <a:r>
              <a:rPr sz="2500" b="1">
                <a:solidFill>
                  <a:srgbClr val="FFFFFF"/>
                </a:solidFill>
                <a:latin typeface="Microsoft YaHei"/>
              </a:rPr>
              <a:t>系统
闭环</a:t>
            </a:r>
          </a:p>
        </p:txBody>
      </p:sp>
      <p:sp>
        <p:nvSpPr>
          <p:cNvPr id="73" name="TextBox 72"/>
          <p:cNvSpPr txBox="1"/>
          <p:nvPr/>
        </p:nvSpPr>
        <p:spPr>
          <a:xfrm>
            <a:off x="1554480" y="676656"/>
            <a:ext cx="9829800" cy="621792"/>
          </a:xfrm>
          <a:prstGeom prst="rect">
            <a:avLst/>
          </a:prstGeom>
          <a:noFill/>
        </p:spPr>
        <p:txBody>
          <a:bodyPr wrap="none" lIns="36576" rIns="36576" tIns="36576" bIns="36576" anchor="ctr">
            <a:spAutoFit/>
          </a:bodyPr>
          <a:lstStyle/>
          <a:p>
            <a:pPr algn="l"/>
            <a:r>
              <a:rPr sz="2600" b="1">
                <a:solidFill>
                  <a:srgbClr val="0A3989"/>
                </a:solidFill>
                <a:latin typeface="Microsoft YaHei"/>
              </a:rPr>
              <a:t>AI 不替代教师，而是把“教—学—评—创”连成可追溯闭环</a:t>
            </a:r>
          </a:p>
        </p:txBody>
      </p:sp>
      <p:sp>
        <p:nvSpPr>
          <p:cNvPr id="74" name="Rounded Rectangle 73"/>
          <p:cNvSpPr/>
          <p:nvPr/>
        </p:nvSpPr>
        <p:spPr>
          <a:xfrm>
            <a:off x="1417320" y="1645920"/>
            <a:ext cx="2057400" cy="1152144"/>
          </a:xfrm>
          <a:prstGeom prst="roundRect">
            <a:avLst/>
          </a:prstGeom>
          <a:solidFill>
            <a:srgbClr val="FFFFFF"/>
          </a:solidFill>
          <a:ln>
            <a:solidFill>
              <a:srgbClr val="2653A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5" name="TextBox 74"/>
          <p:cNvSpPr txBox="1"/>
          <p:nvPr/>
        </p:nvSpPr>
        <p:spPr>
          <a:xfrm>
            <a:off x="1527048" y="1773936"/>
            <a:ext cx="1837943" cy="393192"/>
          </a:xfrm>
          <a:prstGeom prst="rect">
            <a:avLst/>
          </a:prstGeom>
          <a:noFill/>
        </p:spPr>
        <p:txBody>
          <a:bodyPr wrap="none" lIns="36576" rIns="36576" tIns="36576" bIns="36576" anchor="ctr">
            <a:spAutoFit/>
          </a:bodyPr>
          <a:lstStyle/>
          <a:p>
            <a:pPr algn="ctr"/>
            <a:r>
              <a:rPr sz="2100" b="1">
                <a:solidFill>
                  <a:srgbClr val="0A3989"/>
                </a:solidFill>
                <a:latin typeface="Microsoft YaHei"/>
              </a:rPr>
              <a:t>备课</a:t>
            </a:r>
          </a:p>
        </p:txBody>
      </p:sp>
      <p:sp>
        <p:nvSpPr>
          <p:cNvPr id="76" name="TextBox 75"/>
          <p:cNvSpPr txBox="1"/>
          <p:nvPr/>
        </p:nvSpPr>
        <p:spPr>
          <a:xfrm>
            <a:off x="1527048" y="2249424"/>
            <a:ext cx="1837943" cy="292608"/>
          </a:xfrm>
          <a:prstGeom prst="rect">
            <a:avLst/>
          </a:prstGeom>
          <a:noFill/>
        </p:spPr>
        <p:txBody>
          <a:bodyPr wrap="none" lIns="36576" rIns="36576" tIns="36576" bIns="36576" anchor="ctr">
            <a:spAutoFit/>
          </a:bodyPr>
          <a:lstStyle/>
          <a:p>
            <a:pPr algn="ctr"/>
            <a:r>
              <a:rPr sz="1200" b="0">
                <a:solidFill>
                  <a:srgbClr val="5B6978"/>
                </a:solidFill>
                <a:latin typeface="Microsoft YaHei"/>
              </a:rPr>
              <a:t>目标与活动</a:t>
            </a:r>
          </a:p>
        </p:txBody>
      </p:sp>
      <p:sp>
        <p:nvSpPr>
          <p:cNvPr id="77" name="TextBox 76"/>
          <p:cNvSpPr txBox="1"/>
          <p:nvPr/>
        </p:nvSpPr>
        <p:spPr>
          <a:xfrm>
            <a:off x="3520439" y="1993392"/>
            <a:ext cx="411480" cy="384048"/>
          </a:xfrm>
          <a:prstGeom prst="rect">
            <a:avLst/>
          </a:prstGeom>
          <a:noFill/>
        </p:spPr>
        <p:txBody>
          <a:bodyPr wrap="none" lIns="36576" rIns="36576" tIns="36576" bIns="36576" anchor="ctr">
            <a:spAutoFit/>
          </a:bodyPr>
          <a:lstStyle/>
          <a:p>
            <a:pPr algn="ctr"/>
            <a:r>
              <a:rPr sz="2000" b="1">
                <a:solidFill>
                  <a:srgbClr val="B07422"/>
                </a:solidFill>
                <a:latin typeface="Microsoft YaHei"/>
              </a:rPr>
              <a:t>→</a:t>
            </a:r>
          </a:p>
        </p:txBody>
      </p:sp>
      <p:sp>
        <p:nvSpPr>
          <p:cNvPr id="78" name="Rounded Rectangle 77"/>
          <p:cNvSpPr/>
          <p:nvPr/>
        </p:nvSpPr>
        <p:spPr>
          <a:xfrm>
            <a:off x="3959352" y="1645920"/>
            <a:ext cx="2057400" cy="1152144"/>
          </a:xfrm>
          <a:prstGeom prst="roundRect">
            <a:avLst/>
          </a:prstGeom>
          <a:solidFill>
            <a:srgbClr val="FFFFFF"/>
          </a:solidFill>
          <a:ln>
            <a:solidFill>
              <a:srgbClr val="2653A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9" name="TextBox 78"/>
          <p:cNvSpPr txBox="1"/>
          <p:nvPr/>
        </p:nvSpPr>
        <p:spPr>
          <a:xfrm>
            <a:off x="4069080" y="1773936"/>
            <a:ext cx="1837943" cy="393192"/>
          </a:xfrm>
          <a:prstGeom prst="rect">
            <a:avLst/>
          </a:prstGeom>
          <a:noFill/>
        </p:spPr>
        <p:txBody>
          <a:bodyPr wrap="none" lIns="36576" rIns="36576" tIns="36576" bIns="36576" anchor="ctr">
            <a:spAutoFit/>
          </a:bodyPr>
          <a:lstStyle/>
          <a:p>
            <a:pPr algn="ctr"/>
            <a:r>
              <a:rPr sz="2100" b="1">
                <a:solidFill>
                  <a:srgbClr val="0A3989"/>
                </a:solidFill>
                <a:latin typeface="Microsoft YaHei"/>
              </a:rPr>
              <a:t>命题</a:t>
            </a:r>
          </a:p>
        </p:txBody>
      </p:sp>
      <p:sp>
        <p:nvSpPr>
          <p:cNvPr id="80" name="TextBox 79"/>
          <p:cNvSpPr txBox="1"/>
          <p:nvPr/>
        </p:nvSpPr>
        <p:spPr>
          <a:xfrm>
            <a:off x="4069080" y="2249424"/>
            <a:ext cx="1837943" cy="292608"/>
          </a:xfrm>
          <a:prstGeom prst="rect">
            <a:avLst/>
          </a:prstGeom>
          <a:noFill/>
        </p:spPr>
        <p:txBody>
          <a:bodyPr wrap="none" lIns="36576" rIns="36576" tIns="36576" bIns="36576" anchor="ctr">
            <a:spAutoFit/>
          </a:bodyPr>
          <a:lstStyle/>
          <a:p>
            <a:pPr algn="ctr"/>
            <a:r>
              <a:rPr sz="1200" b="0">
                <a:solidFill>
                  <a:srgbClr val="5B6978"/>
                </a:solidFill>
                <a:latin typeface="Microsoft YaHei"/>
              </a:rPr>
              <a:t>六阶分层</a:t>
            </a:r>
          </a:p>
        </p:txBody>
      </p:sp>
      <p:sp>
        <p:nvSpPr>
          <p:cNvPr id="81" name="TextBox 80"/>
          <p:cNvSpPr txBox="1"/>
          <p:nvPr/>
        </p:nvSpPr>
        <p:spPr>
          <a:xfrm>
            <a:off x="6062472" y="1993392"/>
            <a:ext cx="411480" cy="384048"/>
          </a:xfrm>
          <a:prstGeom prst="rect">
            <a:avLst/>
          </a:prstGeom>
          <a:noFill/>
        </p:spPr>
        <p:txBody>
          <a:bodyPr wrap="none" lIns="36576" rIns="36576" tIns="36576" bIns="36576" anchor="ctr">
            <a:spAutoFit/>
          </a:bodyPr>
          <a:lstStyle/>
          <a:p>
            <a:pPr algn="ctr"/>
            <a:r>
              <a:rPr sz="2000" b="1">
                <a:solidFill>
                  <a:srgbClr val="B07422"/>
                </a:solidFill>
                <a:latin typeface="Microsoft YaHei"/>
              </a:rPr>
              <a:t>→</a:t>
            </a:r>
          </a:p>
        </p:txBody>
      </p:sp>
      <p:sp>
        <p:nvSpPr>
          <p:cNvPr id="82" name="Rounded Rectangle 81"/>
          <p:cNvSpPr/>
          <p:nvPr/>
        </p:nvSpPr>
        <p:spPr>
          <a:xfrm>
            <a:off x="6501383" y="1645920"/>
            <a:ext cx="2057400" cy="1152144"/>
          </a:xfrm>
          <a:prstGeom prst="roundRect">
            <a:avLst/>
          </a:prstGeom>
          <a:solidFill>
            <a:srgbClr val="0A3989"/>
          </a:solidFill>
          <a:ln>
            <a:solidFill>
              <a:srgbClr val="2653A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3" name="TextBox 82"/>
          <p:cNvSpPr txBox="1"/>
          <p:nvPr/>
        </p:nvSpPr>
        <p:spPr>
          <a:xfrm>
            <a:off x="6611112" y="1773936"/>
            <a:ext cx="1837943" cy="393192"/>
          </a:xfrm>
          <a:prstGeom prst="rect">
            <a:avLst/>
          </a:prstGeom>
          <a:noFill/>
        </p:spPr>
        <p:txBody>
          <a:bodyPr wrap="none" lIns="36576" rIns="36576" tIns="36576" bIns="36576" anchor="ctr">
            <a:spAutoFit/>
          </a:bodyPr>
          <a:lstStyle/>
          <a:p>
            <a:pPr algn="ctr"/>
            <a:r>
              <a:rPr sz="2100" b="1">
                <a:solidFill>
                  <a:srgbClr val="FFFFFF"/>
                </a:solidFill>
                <a:latin typeface="Microsoft YaHei"/>
              </a:rPr>
              <a:t>课堂</a:t>
            </a:r>
          </a:p>
        </p:txBody>
      </p:sp>
      <p:sp>
        <p:nvSpPr>
          <p:cNvPr id="84" name="TextBox 83"/>
          <p:cNvSpPr txBox="1"/>
          <p:nvPr/>
        </p:nvSpPr>
        <p:spPr>
          <a:xfrm>
            <a:off x="6611112" y="2249424"/>
            <a:ext cx="1837943" cy="292608"/>
          </a:xfrm>
          <a:prstGeom prst="rect">
            <a:avLst/>
          </a:prstGeom>
          <a:noFill/>
        </p:spPr>
        <p:txBody>
          <a:bodyPr wrap="none" lIns="36576" rIns="36576" tIns="36576" bIns="36576" anchor="ctr">
            <a:spAutoFit/>
          </a:bodyPr>
          <a:lstStyle/>
          <a:p>
            <a:pPr algn="ctr"/>
            <a:r>
              <a:rPr sz="1200" b="0">
                <a:solidFill>
                  <a:srgbClr val="FFFFFF"/>
                </a:solidFill>
                <a:latin typeface="Microsoft YaHei"/>
              </a:rPr>
              <a:t>实时调度</a:t>
            </a:r>
          </a:p>
        </p:txBody>
      </p:sp>
      <p:sp>
        <p:nvSpPr>
          <p:cNvPr id="85" name="TextBox 84"/>
          <p:cNvSpPr txBox="1"/>
          <p:nvPr/>
        </p:nvSpPr>
        <p:spPr>
          <a:xfrm>
            <a:off x="8604504" y="1993392"/>
            <a:ext cx="411480" cy="384048"/>
          </a:xfrm>
          <a:prstGeom prst="rect">
            <a:avLst/>
          </a:prstGeom>
          <a:noFill/>
        </p:spPr>
        <p:txBody>
          <a:bodyPr wrap="none" lIns="36576" rIns="36576" tIns="36576" bIns="36576" anchor="ctr">
            <a:spAutoFit/>
          </a:bodyPr>
          <a:lstStyle/>
          <a:p>
            <a:pPr algn="ctr"/>
            <a:r>
              <a:rPr sz="2000" b="1">
                <a:solidFill>
                  <a:srgbClr val="B07422"/>
                </a:solidFill>
                <a:latin typeface="Microsoft YaHei"/>
              </a:rPr>
              <a:t>→</a:t>
            </a:r>
          </a:p>
        </p:txBody>
      </p:sp>
      <p:sp>
        <p:nvSpPr>
          <p:cNvPr id="86" name="Rounded Rectangle 85"/>
          <p:cNvSpPr/>
          <p:nvPr/>
        </p:nvSpPr>
        <p:spPr>
          <a:xfrm>
            <a:off x="9043416" y="1645920"/>
            <a:ext cx="2057400" cy="1152144"/>
          </a:xfrm>
          <a:prstGeom prst="roundRect">
            <a:avLst/>
          </a:prstGeom>
          <a:solidFill>
            <a:srgbClr val="FFFFFF"/>
          </a:solidFill>
          <a:ln>
            <a:solidFill>
              <a:srgbClr val="2653A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7" name="TextBox 86"/>
          <p:cNvSpPr txBox="1"/>
          <p:nvPr/>
        </p:nvSpPr>
        <p:spPr>
          <a:xfrm>
            <a:off x="9153144" y="1773936"/>
            <a:ext cx="1837943" cy="393192"/>
          </a:xfrm>
          <a:prstGeom prst="rect">
            <a:avLst/>
          </a:prstGeom>
          <a:noFill/>
        </p:spPr>
        <p:txBody>
          <a:bodyPr wrap="none" lIns="36576" rIns="36576" tIns="36576" bIns="36576" anchor="ctr">
            <a:spAutoFit/>
          </a:bodyPr>
          <a:lstStyle/>
          <a:p>
            <a:pPr algn="ctr"/>
            <a:r>
              <a:rPr sz="2100" b="1">
                <a:solidFill>
                  <a:srgbClr val="0A3989"/>
                </a:solidFill>
                <a:latin typeface="Microsoft YaHei"/>
              </a:rPr>
              <a:t>批改</a:t>
            </a:r>
          </a:p>
        </p:txBody>
      </p:sp>
      <p:sp>
        <p:nvSpPr>
          <p:cNvPr id="88" name="TextBox 87"/>
          <p:cNvSpPr txBox="1"/>
          <p:nvPr/>
        </p:nvSpPr>
        <p:spPr>
          <a:xfrm>
            <a:off x="9153144" y="2249424"/>
            <a:ext cx="1837943" cy="292608"/>
          </a:xfrm>
          <a:prstGeom prst="rect">
            <a:avLst/>
          </a:prstGeom>
          <a:noFill/>
        </p:spPr>
        <p:txBody>
          <a:bodyPr wrap="none" lIns="36576" rIns="36576" tIns="36576" bIns="36576" anchor="ctr">
            <a:spAutoFit/>
          </a:bodyPr>
          <a:lstStyle/>
          <a:p>
            <a:pPr algn="ctr"/>
            <a:r>
              <a:rPr sz="1200" b="0">
                <a:solidFill>
                  <a:srgbClr val="5B6978"/>
                </a:solidFill>
                <a:latin typeface="Microsoft YaHei"/>
              </a:rPr>
              <a:t>图像与朗读</a:t>
            </a:r>
          </a:p>
        </p:txBody>
      </p:sp>
      <p:sp>
        <p:nvSpPr>
          <p:cNvPr id="89" name="Rounded Rectangle 88"/>
          <p:cNvSpPr/>
          <p:nvPr/>
        </p:nvSpPr>
        <p:spPr>
          <a:xfrm>
            <a:off x="1417320" y="3657600"/>
            <a:ext cx="2057400" cy="1152144"/>
          </a:xfrm>
          <a:prstGeom prst="roundRect">
            <a:avLst/>
          </a:prstGeom>
          <a:solidFill>
            <a:srgbClr val="0A3989"/>
          </a:solidFill>
          <a:ln>
            <a:solidFill>
              <a:srgbClr val="2653A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0" name="TextBox 89"/>
          <p:cNvSpPr txBox="1"/>
          <p:nvPr/>
        </p:nvSpPr>
        <p:spPr>
          <a:xfrm>
            <a:off x="1527048" y="3785615"/>
            <a:ext cx="1837943" cy="393192"/>
          </a:xfrm>
          <a:prstGeom prst="rect">
            <a:avLst/>
          </a:prstGeom>
          <a:noFill/>
        </p:spPr>
        <p:txBody>
          <a:bodyPr wrap="none" lIns="36576" rIns="36576" tIns="36576" bIns="36576" anchor="ctr">
            <a:spAutoFit/>
          </a:bodyPr>
          <a:lstStyle/>
          <a:p>
            <a:pPr algn="ctr"/>
            <a:r>
              <a:rPr sz="2100" b="1">
                <a:solidFill>
                  <a:srgbClr val="FFFFFF"/>
                </a:solidFill>
                <a:latin typeface="Microsoft YaHei"/>
              </a:rPr>
              <a:t>诊断</a:t>
            </a:r>
          </a:p>
        </p:txBody>
      </p:sp>
      <p:sp>
        <p:nvSpPr>
          <p:cNvPr id="91" name="TextBox 90"/>
          <p:cNvSpPr txBox="1"/>
          <p:nvPr/>
        </p:nvSpPr>
        <p:spPr>
          <a:xfrm>
            <a:off x="1527048" y="4261104"/>
            <a:ext cx="1837943" cy="292608"/>
          </a:xfrm>
          <a:prstGeom prst="rect">
            <a:avLst/>
          </a:prstGeom>
          <a:noFill/>
        </p:spPr>
        <p:txBody>
          <a:bodyPr wrap="none" lIns="36576" rIns="36576" tIns="36576" bIns="36576" anchor="ctr">
            <a:spAutoFit/>
          </a:bodyPr>
          <a:lstStyle/>
          <a:p>
            <a:pPr algn="ctr"/>
            <a:r>
              <a:rPr sz="1200" b="0">
                <a:solidFill>
                  <a:srgbClr val="FFFFFF"/>
                </a:solidFill>
                <a:latin typeface="Microsoft YaHei"/>
              </a:rPr>
              <a:t>路径与处方</a:t>
            </a:r>
          </a:p>
        </p:txBody>
      </p:sp>
      <p:sp>
        <p:nvSpPr>
          <p:cNvPr id="92" name="Rounded Rectangle 91"/>
          <p:cNvSpPr/>
          <p:nvPr/>
        </p:nvSpPr>
        <p:spPr>
          <a:xfrm>
            <a:off x="3959352" y="3657600"/>
            <a:ext cx="2057400" cy="1152144"/>
          </a:xfrm>
          <a:prstGeom prst="roundRect">
            <a:avLst/>
          </a:prstGeom>
          <a:solidFill>
            <a:srgbClr val="FFFFFF"/>
          </a:solidFill>
          <a:ln>
            <a:solidFill>
              <a:srgbClr val="2653A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3" name="TextBox 92"/>
          <p:cNvSpPr txBox="1"/>
          <p:nvPr/>
        </p:nvSpPr>
        <p:spPr>
          <a:xfrm>
            <a:off x="4069080" y="3785615"/>
            <a:ext cx="1837943" cy="393192"/>
          </a:xfrm>
          <a:prstGeom prst="rect">
            <a:avLst/>
          </a:prstGeom>
          <a:noFill/>
        </p:spPr>
        <p:txBody>
          <a:bodyPr wrap="none" lIns="36576" rIns="36576" tIns="36576" bIns="36576" anchor="ctr">
            <a:spAutoFit/>
          </a:bodyPr>
          <a:lstStyle/>
          <a:p>
            <a:pPr algn="ctr"/>
            <a:r>
              <a:rPr sz="2100" b="1">
                <a:solidFill>
                  <a:srgbClr val="0A3989"/>
                </a:solidFill>
                <a:latin typeface="Microsoft YaHei"/>
              </a:rPr>
              <a:t>创作</a:t>
            </a:r>
          </a:p>
        </p:txBody>
      </p:sp>
      <p:sp>
        <p:nvSpPr>
          <p:cNvPr id="94" name="TextBox 93"/>
          <p:cNvSpPr txBox="1"/>
          <p:nvPr/>
        </p:nvSpPr>
        <p:spPr>
          <a:xfrm>
            <a:off x="4069080" y="4261104"/>
            <a:ext cx="1837943" cy="292608"/>
          </a:xfrm>
          <a:prstGeom prst="rect">
            <a:avLst/>
          </a:prstGeom>
          <a:noFill/>
        </p:spPr>
        <p:txBody>
          <a:bodyPr wrap="none" lIns="36576" rIns="36576" tIns="36576" bIns="36576" anchor="ctr">
            <a:spAutoFit/>
          </a:bodyPr>
          <a:lstStyle/>
          <a:p>
            <a:pPr algn="ctr"/>
            <a:r>
              <a:rPr sz="1200" b="0">
                <a:solidFill>
                  <a:srgbClr val="5B6978"/>
                </a:solidFill>
                <a:latin typeface="Microsoft YaHei"/>
              </a:rPr>
              <a:t>反馈再迭代</a:t>
            </a:r>
          </a:p>
        </p:txBody>
      </p:sp>
      <p:sp>
        <p:nvSpPr>
          <p:cNvPr id="95" name="Rounded Rectangle 94"/>
          <p:cNvSpPr/>
          <p:nvPr/>
        </p:nvSpPr>
        <p:spPr>
          <a:xfrm>
            <a:off x="6501383" y="3657600"/>
            <a:ext cx="2057400" cy="1152144"/>
          </a:xfrm>
          <a:prstGeom prst="roundRect">
            <a:avLst/>
          </a:prstGeom>
          <a:solidFill>
            <a:srgbClr val="FFFFFF"/>
          </a:solidFill>
          <a:ln>
            <a:solidFill>
              <a:srgbClr val="2653A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6" name="TextBox 95"/>
          <p:cNvSpPr txBox="1"/>
          <p:nvPr/>
        </p:nvSpPr>
        <p:spPr>
          <a:xfrm>
            <a:off x="6611112" y="3785615"/>
            <a:ext cx="1837943" cy="393192"/>
          </a:xfrm>
          <a:prstGeom prst="rect">
            <a:avLst/>
          </a:prstGeom>
          <a:noFill/>
        </p:spPr>
        <p:txBody>
          <a:bodyPr wrap="none" lIns="36576" rIns="36576" tIns="36576" bIns="36576" anchor="ctr">
            <a:spAutoFit/>
          </a:bodyPr>
          <a:lstStyle/>
          <a:p>
            <a:pPr algn="ctr"/>
            <a:r>
              <a:rPr sz="2100" b="1">
                <a:solidFill>
                  <a:srgbClr val="0A3989"/>
                </a:solidFill>
                <a:latin typeface="Microsoft YaHei"/>
              </a:rPr>
              <a:t>进化</a:t>
            </a:r>
          </a:p>
        </p:txBody>
      </p:sp>
      <p:sp>
        <p:nvSpPr>
          <p:cNvPr id="97" name="TextBox 96"/>
          <p:cNvSpPr txBox="1"/>
          <p:nvPr/>
        </p:nvSpPr>
        <p:spPr>
          <a:xfrm>
            <a:off x="6611112" y="4261104"/>
            <a:ext cx="1837943" cy="292608"/>
          </a:xfrm>
          <a:prstGeom prst="rect">
            <a:avLst/>
          </a:prstGeom>
          <a:noFill/>
        </p:spPr>
        <p:txBody>
          <a:bodyPr wrap="none" lIns="36576" rIns="36576" tIns="36576" bIns="36576" anchor="ctr">
            <a:spAutoFit/>
          </a:bodyPr>
          <a:lstStyle/>
          <a:p>
            <a:pPr algn="ctr"/>
            <a:r>
              <a:rPr sz="1200" b="0">
                <a:solidFill>
                  <a:srgbClr val="5B6978"/>
                </a:solidFill>
                <a:latin typeface="Microsoft YaHei"/>
              </a:rPr>
              <a:t>教师修正驱动</a:t>
            </a:r>
          </a:p>
        </p:txBody>
      </p:sp>
      <p:sp>
        <p:nvSpPr>
          <p:cNvPr id="98" name="TextBox 97"/>
          <p:cNvSpPr txBox="1"/>
          <p:nvPr/>
        </p:nvSpPr>
        <p:spPr>
          <a:xfrm>
            <a:off x="2011680" y="5715000"/>
            <a:ext cx="8412480" cy="402336"/>
          </a:xfrm>
          <a:prstGeom prst="rect">
            <a:avLst/>
          </a:prstGeom>
          <a:noFill/>
        </p:spPr>
        <p:txBody>
          <a:bodyPr wrap="none" lIns="36576" rIns="36576" tIns="36576" bIns="36576" anchor="ctr">
            <a:spAutoFit/>
          </a:bodyPr>
          <a:lstStyle/>
          <a:p>
            <a:pPr algn="ctr"/>
            <a:r>
              <a:rPr sz="1700" b="1">
                <a:solidFill>
                  <a:srgbClr val="B07422"/>
                </a:solidFill>
                <a:latin typeface="Microsoft YaHei"/>
              </a:rPr>
              <a:t>教师审查 / 修改 / 拒绝 / 重试贯穿每一环</a:t>
            </a:r>
          </a:p>
        </p:txBody>
      </p:sp>
      <p:sp>
        <p:nvSpPr>
          <p:cNvPr id="99" name="TextBox 98"/>
          <p:cNvSpPr txBox="1"/>
          <p:nvPr/>
        </p:nvSpPr>
        <p:spPr>
          <a:xfrm>
            <a:off x="457200" y="6473952"/>
            <a:ext cx="7680960" cy="201168"/>
          </a:xfrm>
          <a:prstGeom prst="rect">
            <a:avLst/>
          </a:prstGeom>
          <a:noFill/>
        </p:spPr>
        <p:txBody>
          <a:bodyPr wrap="none" lIns="36576" rIns="36576" tIns="36576" bIns="36576" anchor="ctr">
            <a:spAutoFit/>
          </a:bodyPr>
          <a:lstStyle/>
          <a:p>
            <a:pPr algn="l"/>
            <a:r>
              <a:rPr sz="800" b="0">
                <a:solidFill>
                  <a:srgbClr val="5B6978"/>
                </a:solidFill>
                <a:latin typeface="Microsoft YaHei"/>
              </a:rPr>
              <a:t>诗脉·启明 PoeticRealm AI · 教师可控 / 证据驱动 / 失败可退</a:t>
            </a:r>
          </a:p>
        </p:txBody>
      </p:sp>
      <p:sp>
        <p:nvSpPr>
          <p:cNvPr id="100" name="TextBox 99"/>
          <p:cNvSpPr txBox="1"/>
          <p:nvPr/>
        </p:nvSpPr>
        <p:spPr>
          <a:xfrm>
            <a:off x="10881360" y="6437376"/>
            <a:ext cx="731520" cy="256032"/>
          </a:xfrm>
          <a:prstGeom prst="rect">
            <a:avLst/>
          </a:prstGeom>
          <a:noFill/>
        </p:spPr>
        <p:txBody>
          <a:bodyPr wrap="none" lIns="36576" rIns="36576" tIns="36576" bIns="36576" anchor="ctr">
            <a:spAutoFit/>
          </a:bodyPr>
          <a:lstStyle/>
          <a:p>
            <a:pPr algn="r"/>
            <a:r>
              <a:rPr sz="900" b="1">
                <a:solidFill>
                  <a:srgbClr val="0A3989"/>
                </a:solidFill>
                <a:latin typeface="Microsoft YaHei"/>
              </a:rPr>
              <a:t>03 / 09</a:t>
            </a:r>
          </a:p>
        </p:txBody>
      </p: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med" p14:dur="699">
        <p:fade/>
      </p:transition>
    </mc:Choice>
    <mc:Fallback>
      <p:transition spd="med">
        <p:fade/>
      </p:transition>
    </mc:Fallback>
  </mc:AlternateContent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rotWithShape="1">
          <a:blip r:embed="rId1"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" name="TextBox 20"/>
          <p:cNvSpPr txBox="1"/>
          <p:nvPr/>
        </p:nvSpPr>
        <p:spPr>
          <a:xfrm>
            <a:off x="560441" y="278788"/>
            <a:ext cx="9962225" cy="553085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/>
          </a:lnRef>
          <a:fillRef idx="1">
            <a:schemeClr val="lt1"/>
          </a:fillRef>
          <a:effectRef idx="0">
            <a:schemeClr val="accent1"/>
          </a:effectRef>
          <a:fontRef idx="minor">
            <a:schemeClr val="dk1"/>
          </a:fontRef>
        </p:style>
        <p:txBody>
          <a:bodyPr wrap="square" rtlCol="0" anchor="t" anchorCtr="0">
            <a:spAutoFit/>
          </a:bodyPr>
          <a:lstStyle>
            <a:defPPr>
              <a:defRPr lang="zh-CN"/>
            </a:defPPr>
            <a:lvl1pPr marL="0" algn="l" defTabSz="914400" rtl="0" eaLnBrk="1" latinLnBrk="0" hangingPunct="1">
              <a:defRPr sz="18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9pPr>
          </a:lstStyle>
          <a:p>
            <a:endParaRPr lang="zh-CN" altLang="en-US" sz="3000" b="1" spc="100" dirty="0">
              <a:solidFill>
                <a:schemeClr val="bg1"/>
              </a:solidFill>
              <a:latin typeface="楷体" charset="0"/>
              <a:ea typeface="楷体" charset="0"/>
              <a:cs typeface="楷体" charset="0"/>
            </a:endParaRPr>
          </a:p>
        </p:txBody>
      </p:sp>
      <p:sp>
        <p:nvSpPr>
          <p:cNvPr id="25" name="五边形 24"/>
          <p:cNvSpPr/>
          <p:nvPr/>
        </p:nvSpPr>
        <p:spPr>
          <a:xfrm rot="10800000">
            <a:off x="9714230" y="0"/>
            <a:ext cx="2477770" cy="982345"/>
          </a:xfrm>
          <a:prstGeom prst="homePlate">
            <a:avLst>
              <a:gd name="adj" fmla="val 35482"/>
            </a:avLst>
          </a:prstGeom>
          <a:solidFill>
            <a:schemeClr val="bg1">
              <a:alpha val="90000"/>
            </a:schemeClr>
          </a:solidFill>
          <a:ln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>
            <a:defPPr>
              <a:defRPr lang="zh-CN"/>
            </a:defPPr>
            <a:lvl1pPr marL="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endParaRPr lang="zh-CN" altLang="en-US">
              <a:ea typeface="微软雅黑" panose="020B0503020204020204" pitchFamily="34" charset="-122"/>
            </a:endParaRPr>
          </a:p>
        </p:txBody>
      </p:sp>
      <p:sp>
        <p:nvSpPr>
          <p:cNvPr id="3" name="TextBox 20"/>
          <p:cNvSpPr txBox="1"/>
          <p:nvPr/>
        </p:nvSpPr>
        <p:spPr>
          <a:xfrm>
            <a:off x="702310" y="1519555"/>
            <a:ext cx="10556875" cy="584835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/>
          </a:lnRef>
          <a:fillRef idx="1">
            <a:schemeClr val="lt1"/>
          </a:fillRef>
          <a:effectRef idx="0">
            <a:schemeClr val="accent1"/>
          </a:effectRef>
          <a:fontRef idx="minor">
            <a:schemeClr val="dk1"/>
          </a:fontRef>
        </p:style>
        <p:txBody>
          <a:bodyPr wrap="square" rtlCol="0" anchor="t" anchorCtr="0">
            <a:noAutofit/>
          </a:bodyPr>
          <a:lstStyle>
            <a:defPPr>
              <a:defRPr lang="zh-CN"/>
            </a:defPPr>
            <a:lvl1pPr marL="0" algn="l" defTabSz="914400" rtl="0" eaLnBrk="1" latinLnBrk="0" hangingPunct="1">
              <a:defRPr sz="18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9pPr>
          </a:lstStyle>
          <a:p>
            <a:endParaRPr lang="zh-CN" altLang="en-US" sz="2000" spc="100" dirty="0">
              <a:solidFill>
                <a:schemeClr val="tx1"/>
              </a:solidFill>
              <a:latin typeface="黑体" panose="02010609060101010101" charset="-122"/>
              <a:ea typeface="黑体" panose="02010609060101010101" charset="-122"/>
              <a:cs typeface="黑体" panose="02010609060101010101" charset="-122"/>
            </a:endParaRPr>
          </a:p>
        </p:txBody>
      </p:sp>
      <p:sp>
        <p:nvSpPr>
          <p:cNvPr id="26" name="TextBox 25"/>
          <p:cNvSpPr txBox="1"/>
          <p:nvPr/>
        </p:nvSpPr>
        <p:spPr>
          <a:xfrm>
            <a:off x="347472" y="73152"/>
            <a:ext cx="9966960" cy="438912"/>
          </a:xfrm>
          <a:prstGeom prst="rect">
            <a:avLst/>
          </a:prstGeom>
          <a:noFill/>
        </p:spPr>
        <p:txBody>
          <a:bodyPr wrap="none" lIns="36576" rIns="36576" tIns="36576" bIns="36576" anchor="ctr">
            <a:spAutoFit/>
          </a:bodyPr>
          <a:lstStyle/>
          <a:p>
            <a:pPr algn="l"/>
            <a:r>
              <a:rPr sz="2100" b="1">
                <a:solidFill>
                  <a:srgbClr val="FFFFFF"/>
                </a:solidFill>
                <a:latin typeface="Microsoft YaHei"/>
              </a:rPr>
              <a:t>一、异构多智能体：专长分工，教师最终决策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10561320" y="73152"/>
            <a:ext cx="1188720" cy="438912"/>
          </a:xfrm>
          <a:prstGeom prst="rect">
            <a:avLst/>
          </a:prstGeom>
          <a:noFill/>
        </p:spPr>
        <p:txBody>
          <a:bodyPr wrap="none" lIns="36576" rIns="36576" tIns="36576" bIns="36576" anchor="ctr">
            <a:spAutoFit/>
          </a:bodyPr>
          <a:lstStyle/>
          <a:p>
            <a:pPr algn="ctr"/>
            <a:r>
              <a:rPr sz="1400" b="1">
                <a:solidFill>
                  <a:srgbClr val="0A3989"/>
                </a:solidFill>
                <a:latin typeface="Microsoft YaHei"/>
              </a:rPr>
              <a:t>实现功能</a:t>
            </a:r>
          </a:p>
        </p:txBody>
      </p:sp>
      <p:sp>
        <p:nvSpPr>
          <p:cNvPr id="28" name="Rounded Rectangle 27"/>
          <p:cNvSpPr/>
          <p:nvPr/>
        </p:nvSpPr>
        <p:spPr>
          <a:xfrm>
            <a:off x="658368" y="1097280"/>
            <a:ext cx="2487168" cy="1536192"/>
          </a:xfrm>
          <a:prstGeom prst="roundRect">
            <a:avLst/>
          </a:prstGeom>
          <a:solidFill>
            <a:srgbClr val="FFFFFF"/>
          </a:solidFill>
          <a:ln>
            <a:solidFill>
              <a:srgbClr val="0A398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Rounded Rectangle 28"/>
          <p:cNvSpPr/>
          <p:nvPr/>
        </p:nvSpPr>
        <p:spPr>
          <a:xfrm>
            <a:off x="658368" y="1097280"/>
            <a:ext cx="2487168" cy="420624"/>
          </a:xfrm>
          <a:prstGeom prst="roundRect">
            <a:avLst/>
          </a:prstGeom>
          <a:solidFill>
            <a:srgbClr val="0A3989"/>
          </a:solidFill>
          <a:ln>
            <a:solidFill>
              <a:srgbClr val="0A398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TextBox 29"/>
          <p:cNvSpPr txBox="1"/>
          <p:nvPr/>
        </p:nvSpPr>
        <p:spPr>
          <a:xfrm>
            <a:off x="768096" y="1124712"/>
            <a:ext cx="2267712" cy="329184"/>
          </a:xfrm>
          <a:prstGeom prst="rect">
            <a:avLst/>
          </a:prstGeom>
          <a:noFill/>
        </p:spPr>
        <p:txBody>
          <a:bodyPr wrap="none" lIns="36576" rIns="36576" tIns="36576" bIns="36576" anchor="ctr">
            <a:spAutoFit/>
          </a:bodyPr>
          <a:lstStyle/>
          <a:p>
            <a:pPr algn="ctr"/>
            <a:r>
              <a:rPr sz="1700" b="1">
                <a:solidFill>
                  <a:srgbClr val="FFFFFF"/>
                </a:solidFill>
                <a:latin typeface="Microsoft YaHei"/>
              </a:rPr>
              <a:t>诗心 Mind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822959" y="1691640"/>
            <a:ext cx="2157984" cy="530352"/>
          </a:xfrm>
          <a:prstGeom prst="rect">
            <a:avLst/>
          </a:prstGeom>
          <a:noFill/>
        </p:spPr>
        <p:txBody>
          <a:bodyPr wrap="none" lIns="36576" rIns="36576" tIns="36576" bIns="36576" anchor="ctr">
            <a:spAutoFit/>
          </a:bodyPr>
          <a:lstStyle/>
          <a:p>
            <a:pPr algn="ctr"/>
            <a:r>
              <a:rPr sz="1300" b="0">
                <a:solidFill>
                  <a:srgbClr val="1F2A37"/>
                </a:solidFill>
                <a:latin typeface="Microsoft YaHei"/>
              </a:rPr>
              <a:t>学情画像 · 归因 · 处方</a:t>
            </a:r>
          </a:p>
        </p:txBody>
      </p:sp>
      <p:sp>
        <p:nvSpPr>
          <p:cNvPr id="32" name="Rounded Rectangle 31"/>
          <p:cNvSpPr/>
          <p:nvPr/>
        </p:nvSpPr>
        <p:spPr>
          <a:xfrm>
            <a:off x="3529584" y="1097280"/>
            <a:ext cx="2487168" cy="1536192"/>
          </a:xfrm>
          <a:prstGeom prst="roundRect">
            <a:avLst/>
          </a:prstGeom>
          <a:solidFill>
            <a:srgbClr val="FFFFFF"/>
          </a:solidFill>
          <a:ln>
            <a:solidFill>
              <a:srgbClr val="36719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Rounded Rectangle 32"/>
          <p:cNvSpPr/>
          <p:nvPr/>
        </p:nvSpPr>
        <p:spPr>
          <a:xfrm>
            <a:off x="3529584" y="1097280"/>
            <a:ext cx="2487168" cy="420624"/>
          </a:xfrm>
          <a:prstGeom prst="roundRect">
            <a:avLst/>
          </a:prstGeom>
          <a:solidFill>
            <a:srgbClr val="367197"/>
          </a:solidFill>
          <a:ln>
            <a:solidFill>
              <a:srgbClr val="36719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TextBox 33"/>
          <p:cNvSpPr txBox="1"/>
          <p:nvPr/>
        </p:nvSpPr>
        <p:spPr>
          <a:xfrm>
            <a:off x="3639312" y="1124712"/>
            <a:ext cx="2267712" cy="329184"/>
          </a:xfrm>
          <a:prstGeom prst="rect">
            <a:avLst/>
          </a:prstGeom>
          <a:noFill/>
        </p:spPr>
        <p:txBody>
          <a:bodyPr wrap="none" lIns="36576" rIns="36576" tIns="36576" bIns="36576" anchor="ctr">
            <a:spAutoFit/>
          </a:bodyPr>
          <a:lstStyle/>
          <a:p>
            <a:pPr algn="ctr"/>
            <a:r>
              <a:rPr sz="1700" b="1">
                <a:solidFill>
                  <a:srgbClr val="FFFFFF"/>
                </a:solidFill>
                <a:latin typeface="Microsoft YaHei"/>
              </a:rPr>
              <a:t>诗眼 Eye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3694176" y="1691640"/>
            <a:ext cx="2157984" cy="530352"/>
          </a:xfrm>
          <a:prstGeom prst="rect">
            <a:avLst/>
          </a:prstGeom>
          <a:noFill/>
        </p:spPr>
        <p:txBody>
          <a:bodyPr wrap="none" lIns="36576" rIns="36576" tIns="36576" bIns="36576" anchor="ctr">
            <a:spAutoFit/>
          </a:bodyPr>
          <a:lstStyle/>
          <a:p>
            <a:pPr algn="ctr"/>
            <a:r>
              <a:rPr sz="1300" b="0">
                <a:solidFill>
                  <a:srgbClr val="1F2A37"/>
                </a:solidFill>
                <a:latin typeface="Microsoft YaHei"/>
              </a:rPr>
              <a:t>手写识别 · 朗读 · 多模态</a:t>
            </a:r>
          </a:p>
        </p:txBody>
      </p:sp>
      <p:sp>
        <p:nvSpPr>
          <p:cNvPr id="36" name="Rounded Rectangle 35"/>
          <p:cNvSpPr/>
          <p:nvPr/>
        </p:nvSpPr>
        <p:spPr>
          <a:xfrm>
            <a:off x="6400800" y="1097280"/>
            <a:ext cx="2487168" cy="1536192"/>
          </a:xfrm>
          <a:prstGeom prst="roundRect">
            <a:avLst/>
          </a:prstGeom>
          <a:solidFill>
            <a:srgbClr val="FFFFFF"/>
          </a:solidFill>
          <a:ln>
            <a:solidFill>
              <a:srgbClr val="B0742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" name="Rounded Rectangle 36"/>
          <p:cNvSpPr/>
          <p:nvPr/>
        </p:nvSpPr>
        <p:spPr>
          <a:xfrm>
            <a:off x="6400800" y="1097280"/>
            <a:ext cx="2487168" cy="420624"/>
          </a:xfrm>
          <a:prstGeom prst="roundRect">
            <a:avLst/>
          </a:prstGeom>
          <a:solidFill>
            <a:srgbClr val="B07422"/>
          </a:solidFill>
          <a:ln>
            <a:solidFill>
              <a:srgbClr val="B0742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8" name="TextBox 37"/>
          <p:cNvSpPr txBox="1"/>
          <p:nvPr/>
        </p:nvSpPr>
        <p:spPr>
          <a:xfrm>
            <a:off x="6510528" y="1124712"/>
            <a:ext cx="2267712" cy="329184"/>
          </a:xfrm>
          <a:prstGeom prst="rect">
            <a:avLst/>
          </a:prstGeom>
          <a:noFill/>
        </p:spPr>
        <p:txBody>
          <a:bodyPr wrap="none" lIns="36576" rIns="36576" tIns="36576" bIns="36576" anchor="ctr">
            <a:spAutoFit/>
          </a:bodyPr>
          <a:lstStyle/>
          <a:p>
            <a:pPr algn="ctr"/>
            <a:r>
              <a:rPr sz="1700" b="1">
                <a:solidFill>
                  <a:srgbClr val="FFFFFF"/>
                </a:solidFill>
                <a:latin typeface="Microsoft YaHei"/>
              </a:rPr>
              <a:t>诗笔 Brush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6565392" y="1691640"/>
            <a:ext cx="2157984" cy="530352"/>
          </a:xfrm>
          <a:prstGeom prst="rect">
            <a:avLst/>
          </a:prstGeom>
          <a:noFill/>
        </p:spPr>
        <p:txBody>
          <a:bodyPr wrap="none" lIns="36576" rIns="36576" tIns="36576" bIns="36576" anchor="ctr">
            <a:spAutoFit/>
          </a:bodyPr>
          <a:lstStyle/>
          <a:p>
            <a:pPr algn="ctr"/>
            <a:r>
              <a:rPr sz="1300" b="0">
                <a:solidFill>
                  <a:srgbClr val="1F2A37"/>
                </a:solidFill>
                <a:latin typeface="Microsoft YaHei"/>
              </a:rPr>
              <a:t>命题 · 批改 · 创作反馈</a:t>
            </a:r>
          </a:p>
        </p:txBody>
      </p:sp>
      <p:sp>
        <p:nvSpPr>
          <p:cNvPr id="40" name="Rounded Rectangle 39"/>
          <p:cNvSpPr/>
          <p:nvPr/>
        </p:nvSpPr>
        <p:spPr>
          <a:xfrm>
            <a:off x="9272016" y="1097280"/>
            <a:ext cx="2487168" cy="1536192"/>
          </a:xfrm>
          <a:prstGeom prst="roundRect">
            <a:avLst/>
          </a:prstGeom>
          <a:solidFill>
            <a:srgbClr val="FFFFFF"/>
          </a:solidFill>
          <a:ln>
            <a:solidFill>
              <a:srgbClr val="534B8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1" name="Rounded Rectangle 40"/>
          <p:cNvSpPr/>
          <p:nvPr/>
        </p:nvSpPr>
        <p:spPr>
          <a:xfrm>
            <a:off x="9272016" y="1097280"/>
            <a:ext cx="2487168" cy="420624"/>
          </a:xfrm>
          <a:prstGeom prst="roundRect">
            <a:avLst/>
          </a:prstGeom>
          <a:solidFill>
            <a:srgbClr val="534B84"/>
          </a:solidFill>
          <a:ln>
            <a:solidFill>
              <a:srgbClr val="534B8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2" name="TextBox 41"/>
          <p:cNvSpPr txBox="1"/>
          <p:nvPr/>
        </p:nvSpPr>
        <p:spPr>
          <a:xfrm>
            <a:off x="9381744" y="1124712"/>
            <a:ext cx="2267712" cy="329184"/>
          </a:xfrm>
          <a:prstGeom prst="rect">
            <a:avLst/>
          </a:prstGeom>
          <a:noFill/>
        </p:spPr>
        <p:txBody>
          <a:bodyPr wrap="none" lIns="36576" rIns="36576" tIns="36576" bIns="36576" anchor="ctr">
            <a:spAutoFit/>
          </a:bodyPr>
          <a:lstStyle/>
          <a:p>
            <a:pPr algn="ctr"/>
            <a:r>
              <a:rPr sz="1700" b="1">
                <a:solidFill>
                  <a:srgbClr val="FFFFFF"/>
                </a:solidFill>
                <a:latin typeface="Microsoft YaHei"/>
              </a:rPr>
              <a:t>编排官</a:t>
            </a:r>
          </a:p>
        </p:txBody>
      </p:sp>
      <p:sp>
        <p:nvSpPr>
          <p:cNvPr id="43" name="TextBox 42"/>
          <p:cNvSpPr txBox="1"/>
          <p:nvPr/>
        </p:nvSpPr>
        <p:spPr>
          <a:xfrm>
            <a:off x="9436608" y="1691640"/>
            <a:ext cx="2157984" cy="530352"/>
          </a:xfrm>
          <a:prstGeom prst="rect">
            <a:avLst/>
          </a:prstGeom>
          <a:noFill/>
        </p:spPr>
        <p:txBody>
          <a:bodyPr wrap="none" lIns="36576" rIns="36576" tIns="36576" bIns="36576" anchor="ctr">
            <a:spAutoFit/>
          </a:bodyPr>
          <a:lstStyle/>
          <a:p>
            <a:pPr algn="ctr"/>
            <a:r>
              <a:rPr sz="1300" b="0">
                <a:solidFill>
                  <a:srgbClr val="1F2A37"/>
                </a:solidFill>
                <a:latin typeface="Microsoft YaHei"/>
              </a:rPr>
              <a:t>计划拆分 · 观测 · 教师介入</a:t>
            </a:r>
          </a:p>
        </p:txBody>
      </p:sp>
      <p:sp>
        <p:nvSpPr>
          <p:cNvPr id="44" name="Rounded Rectangle 43"/>
          <p:cNvSpPr/>
          <p:nvPr/>
        </p:nvSpPr>
        <p:spPr>
          <a:xfrm>
            <a:off x="822960" y="3063240"/>
            <a:ext cx="10561320" cy="1078992"/>
          </a:xfrm>
          <a:prstGeom prst="roundRect">
            <a:avLst/>
          </a:prstGeom>
          <a:solidFill>
            <a:srgbClr val="EBF3FC"/>
          </a:solidFill>
          <a:ln>
            <a:solidFill>
              <a:srgbClr val="EBF3F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5" name="TextBox 44"/>
          <p:cNvSpPr txBox="1"/>
          <p:nvPr/>
        </p:nvSpPr>
        <p:spPr>
          <a:xfrm>
            <a:off x="1097280" y="3246120"/>
            <a:ext cx="1508760" cy="329184"/>
          </a:xfrm>
          <a:prstGeom prst="rect">
            <a:avLst/>
          </a:prstGeom>
          <a:noFill/>
        </p:spPr>
        <p:txBody>
          <a:bodyPr wrap="none" lIns="36576" rIns="36576" tIns="36576" bIns="36576" anchor="ctr">
            <a:spAutoFit/>
          </a:bodyPr>
          <a:lstStyle/>
          <a:p>
            <a:pPr algn="ctr"/>
            <a:r>
              <a:rPr sz="1800" b="1">
                <a:solidFill>
                  <a:srgbClr val="0A3989"/>
                </a:solidFill>
                <a:latin typeface="Microsoft YaHei"/>
              </a:rPr>
              <a:t>DeepSeek</a:t>
            </a:r>
          </a:p>
        </p:txBody>
      </p:sp>
      <p:sp>
        <p:nvSpPr>
          <p:cNvPr id="46" name="TextBox 45"/>
          <p:cNvSpPr txBox="1"/>
          <p:nvPr/>
        </p:nvSpPr>
        <p:spPr>
          <a:xfrm>
            <a:off x="2514600" y="3246120"/>
            <a:ext cx="2103120" cy="329184"/>
          </a:xfrm>
          <a:prstGeom prst="rect">
            <a:avLst/>
          </a:prstGeom>
          <a:noFill/>
        </p:spPr>
        <p:txBody>
          <a:bodyPr wrap="none" lIns="36576" rIns="36576" tIns="36576" bIns="36576" anchor="ctr">
            <a:spAutoFit/>
          </a:bodyPr>
          <a:lstStyle/>
          <a:p>
            <a:pPr algn="l"/>
            <a:r>
              <a:rPr sz="1300" b="0">
                <a:solidFill>
                  <a:srgbClr val="5B6978"/>
                </a:solidFill>
                <a:latin typeface="Microsoft YaHei"/>
              </a:rPr>
              <a:t>深度推理 · 结构化生成</a:t>
            </a:r>
          </a:p>
        </p:txBody>
      </p:sp>
      <p:sp>
        <p:nvSpPr>
          <p:cNvPr id="47" name="TextBox 46"/>
          <p:cNvSpPr txBox="1"/>
          <p:nvPr/>
        </p:nvSpPr>
        <p:spPr>
          <a:xfrm>
            <a:off x="4709160" y="3246120"/>
            <a:ext cx="1143000" cy="329184"/>
          </a:xfrm>
          <a:prstGeom prst="rect">
            <a:avLst/>
          </a:prstGeom>
          <a:noFill/>
        </p:spPr>
        <p:txBody>
          <a:bodyPr wrap="none" lIns="36576" rIns="36576" tIns="36576" bIns="36576" anchor="ctr">
            <a:spAutoFit/>
          </a:bodyPr>
          <a:lstStyle/>
          <a:p>
            <a:pPr algn="ctr"/>
            <a:r>
              <a:rPr sz="1800" b="1">
                <a:solidFill>
                  <a:srgbClr val="0A3989"/>
                </a:solidFill>
                <a:latin typeface="Microsoft YaHei"/>
              </a:rPr>
              <a:t>MiMo</a:t>
            </a:r>
          </a:p>
        </p:txBody>
      </p:sp>
      <p:sp>
        <p:nvSpPr>
          <p:cNvPr id="48" name="TextBox 47"/>
          <p:cNvSpPr txBox="1"/>
          <p:nvPr/>
        </p:nvSpPr>
        <p:spPr>
          <a:xfrm>
            <a:off x="5806440" y="3246120"/>
            <a:ext cx="2331720" cy="329184"/>
          </a:xfrm>
          <a:prstGeom prst="rect">
            <a:avLst/>
          </a:prstGeom>
          <a:noFill/>
        </p:spPr>
        <p:txBody>
          <a:bodyPr wrap="none" lIns="36576" rIns="36576" tIns="36576" bIns="36576" anchor="ctr">
            <a:spAutoFit/>
          </a:bodyPr>
          <a:lstStyle/>
          <a:p>
            <a:pPr algn="l"/>
            <a:r>
              <a:rPr sz="1300" b="0">
                <a:solidFill>
                  <a:srgbClr val="5B6978"/>
                </a:solidFill>
                <a:latin typeface="Microsoft YaHei"/>
              </a:rPr>
              <a:t>多模态 · 语音 · 快速任务</a:t>
            </a:r>
          </a:p>
        </p:txBody>
      </p:sp>
      <p:sp>
        <p:nvSpPr>
          <p:cNvPr id="49" name="TextBox 48"/>
          <p:cNvSpPr txBox="1"/>
          <p:nvPr/>
        </p:nvSpPr>
        <p:spPr>
          <a:xfrm>
            <a:off x="8458200" y="3246120"/>
            <a:ext cx="2514600" cy="329184"/>
          </a:xfrm>
          <a:prstGeom prst="rect">
            <a:avLst/>
          </a:prstGeom>
          <a:noFill/>
        </p:spPr>
        <p:txBody>
          <a:bodyPr wrap="none" lIns="36576" rIns="36576" tIns="36576" bIns="36576" anchor="ctr">
            <a:spAutoFit/>
          </a:bodyPr>
          <a:lstStyle/>
          <a:p>
            <a:pPr algn="ctr"/>
            <a:r>
              <a:rPr sz="1400" b="1">
                <a:solidFill>
                  <a:srgbClr val="B07422"/>
                </a:solidFill>
                <a:latin typeface="Microsoft YaHei"/>
              </a:rPr>
              <a:t>路由 / 限流 / 重试 / 降级</a:t>
            </a:r>
          </a:p>
        </p:txBody>
      </p:sp>
      <p:sp>
        <p:nvSpPr>
          <p:cNvPr id="50" name="Rounded Rectangle 49"/>
          <p:cNvSpPr/>
          <p:nvPr/>
        </p:nvSpPr>
        <p:spPr>
          <a:xfrm>
            <a:off x="1234440" y="4645152"/>
            <a:ext cx="9738360" cy="841248"/>
          </a:xfrm>
          <a:prstGeom prst="roundRect">
            <a:avLst/>
          </a:prstGeom>
          <a:solidFill>
            <a:srgbClr val="0A3989"/>
          </a:solidFill>
          <a:ln>
            <a:solidFill>
              <a:srgbClr val="0A398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1" name="TextBox 50"/>
          <p:cNvSpPr txBox="1"/>
          <p:nvPr/>
        </p:nvSpPr>
        <p:spPr>
          <a:xfrm>
            <a:off x="1417320" y="4754880"/>
            <a:ext cx="9372600" cy="566928"/>
          </a:xfrm>
          <a:prstGeom prst="rect">
            <a:avLst/>
          </a:prstGeom>
          <a:noFill/>
        </p:spPr>
        <p:txBody>
          <a:bodyPr wrap="none" lIns="36576" rIns="36576" tIns="36576" bIns="36576" anchor="ctr">
            <a:spAutoFit/>
          </a:bodyPr>
          <a:lstStyle/>
          <a:p>
            <a:pPr algn="ctr"/>
            <a:r>
              <a:rPr sz="1800" b="1">
                <a:solidFill>
                  <a:srgbClr val="FFFFFF"/>
                </a:solidFill>
                <a:latin typeface="Microsoft YaHei"/>
              </a:rPr>
              <a:t>教师控制面：AI 标识 · 置信度 · 人工复核 · 原始数据保留 · 版本可追溯</a:t>
            </a:r>
          </a:p>
        </p:txBody>
      </p:sp>
      <p:sp>
        <p:nvSpPr>
          <p:cNvPr id="52" name="TextBox 51"/>
          <p:cNvSpPr txBox="1"/>
          <p:nvPr/>
        </p:nvSpPr>
        <p:spPr>
          <a:xfrm>
            <a:off x="457200" y="6473952"/>
            <a:ext cx="7680960" cy="201168"/>
          </a:xfrm>
          <a:prstGeom prst="rect">
            <a:avLst/>
          </a:prstGeom>
          <a:noFill/>
        </p:spPr>
        <p:txBody>
          <a:bodyPr wrap="none" lIns="36576" rIns="36576" tIns="36576" bIns="36576" anchor="ctr">
            <a:spAutoFit/>
          </a:bodyPr>
          <a:lstStyle/>
          <a:p>
            <a:pPr algn="l"/>
            <a:r>
              <a:rPr sz="800" b="0">
                <a:solidFill>
                  <a:srgbClr val="5B6978"/>
                </a:solidFill>
                <a:latin typeface="Microsoft YaHei"/>
              </a:rPr>
              <a:t>诗脉·启明 PoeticRealm AI · 教师可控 / 证据驱动 / 失败可退</a:t>
            </a:r>
          </a:p>
        </p:txBody>
      </p:sp>
      <p:sp>
        <p:nvSpPr>
          <p:cNvPr id="53" name="TextBox 52"/>
          <p:cNvSpPr txBox="1"/>
          <p:nvPr/>
        </p:nvSpPr>
        <p:spPr>
          <a:xfrm>
            <a:off x="10881360" y="6437376"/>
            <a:ext cx="731520" cy="256032"/>
          </a:xfrm>
          <a:prstGeom prst="rect">
            <a:avLst/>
          </a:prstGeom>
          <a:noFill/>
        </p:spPr>
        <p:txBody>
          <a:bodyPr wrap="none" lIns="36576" rIns="36576" tIns="36576" bIns="36576" anchor="ctr">
            <a:spAutoFit/>
          </a:bodyPr>
          <a:lstStyle/>
          <a:p>
            <a:pPr algn="r"/>
            <a:r>
              <a:rPr sz="900" b="1">
                <a:solidFill>
                  <a:srgbClr val="0A3989"/>
                </a:solidFill>
                <a:latin typeface="Microsoft YaHei"/>
              </a:rPr>
              <a:t>04 / 09</a:t>
            </a:r>
          </a:p>
        </p:txBody>
      </p: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med" p14:dur="699">
        <p:fade/>
      </p:transition>
    </mc:Choice>
    <mc:Fallback>
      <p:transition spd="med">
        <p:fade/>
      </p:transition>
    </mc:Fallback>
  </mc:AlternateContent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rotWithShape="1">
          <a:blip r:embed="rId1"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" name="TextBox 20"/>
          <p:cNvSpPr txBox="1"/>
          <p:nvPr/>
        </p:nvSpPr>
        <p:spPr>
          <a:xfrm>
            <a:off x="560441" y="278788"/>
            <a:ext cx="9962225" cy="553085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/>
          </a:lnRef>
          <a:fillRef idx="1">
            <a:schemeClr val="lt1"/>
          </a:fillRef>
          <a:effectRef idx="0">
            <a:schemeClr val="accent1"/>
          </a:effectRef>
          <a:fontRef idx="minor">
            <a:schemeClr val="dk1"/>
          </a:fontRef>
        </p:style>
        <p:txBody>
          <a:bodyPr wrap="square" rtlCol="0" anchor="t" anchorCtr="0">
            <a:spAutoFit/>
          </a:bodyPr>
          <a:lstStyle>
            <a:defPPr>
              <a:defRPr lang="zh-CN"/>
            </a:defPPr>
            <a:lvl1pPr marL="0" algn="l" defTabSz="914400" rtl="0" eaLnBrk="1" latinLnBrk="0" hangingPunct="1">
              <a:defRPr sz="18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9pPr>
          </a:lstStyle>
          <a:p>
            <a:endParaRPr lang="zh-CN" altLang="en-US" sz="3000" b="1" spc="100" dirty="0">
              <a:solidFill>
                <a:schemeClr val="bg1"/>
              </a:solidFill>
              <a:latin typeface="楷体" charset="0"/>
              <a:ea typeface="楷体" charset="0"/>
              <a:cs typeface="楷体" charset="0"/>
            </a:endParaRPr>
          </a:p>
        </p:txBody>
      </p:sp>
      <p:sp>
        <p:nvSpPr>
          <p:cNvPr id="25" name="五边形 24"/>
          <p:cNvSpPr/>
          <p:nvPr/>
        </p:nvSpPr>
        <p:spPr>
          <a:xfrm rot="10800000">
            <a:off x="9714230" y="0"/>
            <a:ext cx="2477770" cy="982345"/>
          </a:xfrm>
          <a:prstGeom prst="homePlate">
            <a:avLst>
              <a:gd name="adj" fmla="val 35482"/>
            </a:avLst>
          </a:prstGeom>
          <a:solidFill>
            <a:schemeClr val="bg1">
              <a:alpha val="90000"/>
            </a:schemeClr>
          </a:solidFill>
          <a:ln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>
            <a:defPPr>
              <a:defRPr lang="zh-CN"/>
            </a:defPPr>
            <a:lvl1pPr marL="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endParaRPr lang="zh-CN" altLang="en-US">
              <a:ea typeface="微软雅黑" panose="020B0503020204020204" pitchFamily="34" charset="-122"/>
            </a:endParaRPr>
          </a:p>
        </p:txBody>
      </p:sp>
      <p:sp>
        <p:nvSpPr>
          <p:cNvPr id="3" name="TextBox 20"/>
          <p:cNvSpPr txBox="1"/>
          <p:nvPr/>
        </p:nvSpPr>
        <p:spPr>
          <a:xfrm>
            <a:off x="702310" y="1519555"/>
            <a:ext cx="10556875" cy="584835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/>
          </a:lnRef>
          <a:fillRef idx="1">
            <a:schemeClr val="lt1"/>
          </a:fillRef>
          <a:effectRef idx="0">
            <a:schemeClr val="accent1"/>
          </a:effectRef>
          <a:fontRef idx="minor">
            <a:schemeClr val="dk1"/>
          </a:fontRef>
        </p:style>
        <p:txBody>
          <a:bodyPr wrap="square" rtlCol="0" anchor="t" anchorCtr="0">
            <a:noAutofit/>
          </a:bodyPr>
          <a:lstStyle>
            <a:defPPr>
              <a:defRPr lang="zh-CN"/>
            </a:defPPr>
            <a:lvl1pPr marL="0" algn="l" defTabSz="914400" rtl="0" eaLnBrk="1" latinLnBrk="0" hangingPunct="1">
              <a:defRPr sz="18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9pPr>
          </a:lstStyle>
          <a:p>
            <a:endParaRPr lang="zh-CN" altLang="en-US" sz="2000" spc="100" dirty="0">
              <a:solidFill>
                <a:schemeClr val="tx1"/>
              </a:solidFill>
              <a:latin typeface="黑体" panose="02010609060101010101" charset="-122"/>
              <a:ea typeface="黑体" panose="02010609060101010101" charset="-122"/>
              <a:cs typeface="黑体" panose="02010609060101010101" charset="-122"/>
            </a:endParaRPr>
          </a:p>
        </p:txBody>
      </p:sp>
      <p:sp>
        <p:nvSpPr>
          <p:cNvPr id="26" name="TextBox 25"/>
          <p:cNvSpPr txBox="1"/>
          <p:nvPr/>
        </p:nvSpPr>
        <p:spPr>
          <a:xfrm>
            <a:off x="347472" y="73152"/>
            <a:ext cx="9966960" cy="438912"/>
          </a:xfrm>
          <a:prstGeom prst="rect">
            <a:avLst/>
          </a:prstGeom>
          <a:noFill/>
        </p:spPr>
        <p:txBody>
          <a:bodyPr wrap="none" lIns="36576" rIns="36576" tIns="36576" bIns="36576" anchor="ctr">
            <a:spAutoFit/>
          </a:bodyPr>
          <a:lstStyle/>
          <a:p>
            <a:pPr algn="l"/>
            <a:r>
              <a:rPr sz="2100" b="1">
                <a:solidFill>
                  <a:srgbClr val="FFFFFF"/>
                </a:solidFill>
                <a:latin typeface="Microsoft YaHei"/>
              </a:rPr>
              <a:t>二、从备课到课堂：一个连续教师工作流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10561320" y="73152"/>
            <a:ext cx="1188720" cy="438912"/>
          </a:xfrm>
          <a:prstGeom prst="rect">
            <a:avLst/>
          </a:prstGeom>
          <a:noFill/>
        </p:spPr>
        <p:txBody>
          <a:bodyPr wrap="none" lIns="36576" rIns="36576" tIns="36576" bIns="36576" anchor="ctr">
            <a:spAutoFit/>
          </a:bodyPr>
          <a:lstStyle/>
          <a:p>
            <a:pPr algn="ctr"/>
            <a:r>
              <a:rPr sz="1400" b="1">
                <a:solidFill>
                  <a:srgbClr val="0A3989"/>
                </a:solidFill>
                <a:latin typeface="Microsoft YaHei"/>
              </a:rPr>
              <a:t>实现功能</a:t>
            </a:r>
          </a:p>
        </p:txBody>
      </p:sp>
      <p:pic>
        <p:nvPicPr>
          <p:cNvPr id="28" name="Picture 27" descr="desktop-lesson-plan.png"/>
          <p:cNvPicPr>
            <a:picLocks noChangeAspect="1"/>
          </p:cNvPicPr>
          <p:nvPr/>
        </p:nvPicPr>
        <p:blipFill>
          <a:blip r:embed="rId3"/>
          <a:srcRect l="9754" r="9754"/>
          <a:stretch>
            <a:fillRect/>
          </a:stretch>
        </p:blipFill>
        <p:spPr>
          <a:xfrm>
            <a:off x="594360" y="1005840"/>
            <a:ext cx="5440680" cy="4224528"/>
          </a:xfrm>
          <a:prstGeom prst="rect">
            <a:avLst/>
          </a:prstGeom>
        </p:spPr>
      </p:pic>
      <p:pic>
        <p:nvPicPr>
          <p:cNvPr id="29" name="Picture 28" descr="desktop-classroom.png"/>
          <p:cNvPicPr>
            <a:picLocks noChangeAspect="1"/>
          </p:cNvPicPr>
          <p:nvPr/>
        </p:nvPicPr>
        <p:blipFill>
          <a:blip r:embed="rId4"/>
          <a:srcRect l="9754" r="9754"/>
          <a:stretch>
            <a:fillRect/>
          </a:stretch>
        </p:blipFill>
        <p:spPr>
          <a:xfrm>
            <a:off x="6172200" y="1005840"/>
            <a:ext cx="5440680" cy="4224528"/>
          </a:xfrm>
          <a:prstGeom prst="rect">
            <a:avLst/>
          </a:prstGeom>
        </p:spPr>
      </p:pic>
      <p:sp>
        <p:nvSpPr>
          <p:cNvPr id="30" name="Rectangle 29"/>
          <p:cNvSpPr/>
          <p:nvPr/>
        </p:nvSpPr>
        <p:spPr>
          <a:xfrm>
            <a:off x="594360" y="5321808"/>
            <a:ext cx="5440680" cy="530352"/>
          </a:xfrm>
          <a:prstGeom prst="rect">
            <a:avLst/>
          </a:prstGeom>
          <a:solidFill>
            <a:srgbClr val="0A3989"/>
          </a:solidFill>
          <a:ln>
            <a:solidFill>
              <a:srgbClr val="0A398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Rectangle 30"/>
          <p:cNvSpPr/>
          <p:nvPr/>
        </p:nvSpPr>
        <p:spPr>
          <a:xfrm>
            <a:off x="6172200" y="5321808"/>
            <a:ext cx="5440680" cy="530352"/>
          </a:xfrm>
          <a:prstGeom prst="rect">
            <a:avLst/>
          </a:prstGeom>
          <a:solidFill>
            <a:srgbClr val="B07422"/>
          </a:solidFill>
          <a:ln>
            <a:solidFill>
              <a:srgbClr val="B0742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TextBox 31"/>
          <p:cNvSpPr txBox="1"/>
          <p:nvPr/>
        </p:nvSpPr>
        <p:spPr>
          <a:xfrm>
            <a:off x="713232" y="5376672"/>
            <a:ext cx="5202936" cy="384048"/>
          </a:xfrm>
          <a:prstGeom prst="rect">
            <a:avLst/>
          </a:prstGeom>
          <a:noFill/>
        </p:spPr>
        <p:txBody>
          <a:bodyPr wrap="none" lIns="36576" rIns="36576" tIns="36576" bIns="36576" anchor="ctr">
            <a:spAutoFit/>
          </a:bodyPr>
          <a:lstStyle/>
          <a:p>
            <a:pPr algn="ctr"/>
            <a:r>
              <a:rPr sz="1500" b="1">
                <a:solidFill>
                  <a:srgbClr val="FFFFFF"/>
                </a:solidFill>
                <a:latin typeface="Microsoft YaHei"/>
              </a:rPr>
              <a:t>备课：目标—活动—资源—六阶题目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6291072" y="5376672"/>
            <a:ext cx="5202936" cy="384048"/>
          </a:xfrm>
          <a:prstGeom prst="rect">
            <a:avLst/>
          </a:prstGeom>
          <a:noFill/>
        </p:spPr>
        <p:txBody>
          <a:bodyPr wrap="none" lIns="36576" rIns="36576" tIns="36576" bIns="36576" anchor="ctr">
            <a:spAutoFit/>
          </a:bodyPr>
          <a:lstStyle/>
          <a:p>
            <a:pPr algn="ctr"/>
            <a:r>
              <a:rPr sz="1500" b="1">
                <a:solidFill>
                  <a:srgbClr val="FFFFFF"/>
                </a:solidFill>
                <a:latin typeface="Microsoft YaHei"/>
              </a:rPr>
              <a:t>课堂：实时作答—节奏建议—教师介入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457200" y="6473952"/>
            <a:ext cx="7680960" cy="201168"/>
          </a:xfrm>
          <a:prstGeom prst="rect">
            <a:avLst/>
          </a:prstGeom>
          <a:noFill/>
        </p:spPr>
        <p:txBody>
          <a:bodyPr wrap="none" lIns="36576" rIns="36576" tIns="36576" bIns="36576" anchor="ctr">
            <a:spAutoFit/>
          </a:bodyPr>
          <a:lstStyle/>
          <a:p>
            <a:pPr algn="l"/>
            <a:r>
              <a:rPr sz="800" b="0">
                <a:solidFill>
                  <a:srgbClr val="5B6978"/>
                </a:solidFill>
                <a:latin typeface="Microsoft YaHei"/>
              </a:rPr>
              <a:t>诗脉·启明 PoeticRealm AI · 教师可控 / 证据驱动 / 失败可退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10881360" y="6437376"/>
            <a:ext cx="731520" cy="256032"/>
          </a:xfrm>
          <a:prstGeom prst="rect">
            <a:avLst/>
          </a:prstGeom>
          <a:noFill/>
        </p:spPr>
        <p:txBody>
          <a:bodyPr wrap="none" lIns="36576" rIns="36576" tIns="36576" bIns="36576" anchor="ctr">
            <a:spAutoFit/>
          </a:bodyPr>
          <a:lstStyle/>
          <a:p>
            <a:pPr algn="r"/>
            <a:r>
              <a:rPr sz="900" b="1">
                <a:solidFill>
                  <a:srgbClr val="0A3989"/>
                </a:solidFill>
                <a:latin typeface="Microsoft YaHei"/>
              </a:rPr>
              <a:t>05 / 09</a:t>
            </a:r>
          </a:p>
        </p:txBody>
      </p: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med" p14:dur="699">
        <p:fade/>
      </p:transition>
    </mc:Choice>
    <mc:Fallback>
      <p:transition spd="med">
        <p:fade/>
      </p:transition>
    </mc:Fallback>
  </mc:AlternateContent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1">
          <a:blip r:embed="rId1"/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4" name="组合 3"/>
          <p:cNvGrpSpPr/>
          <p:nvPr/>
        </p:nvGrpSpPr>
        <p:grpSpPr>
          <a:xfrm>
            <a:off x="0" y="1392555"/>
            <a:ext cx="2567305" cy="4203700"/>
            <a:chOff x="0" y="2193"/>
            <a:chExt cx="4043" cy="6620"/>
          </a:xfrm>
        </p:grpSpPr>
        <p:sp>
          <p:nvSpPr>
            <p:cNvPr id="5" name="五边形 4"/>
            <p:cNvSpPr/>
            <p:nvPr/>
          </p:nvSpPr>
          <p:spPr>
            <a:xfrm>
              <a:off x="395" y="2193"/>
              <a:ext cx="3648" cy="6620"/>
            </a:xfrm>
            <a:prstGeom prst="homePlate">
              <a:avLst>
                <a:gd name="adj" fmla="val 28927"/>
              </a:avLst>
            </a:prstGeom>
            <a:solidFill>
              <a:srgbClr val="2F5597"/>
            </a:solidFill>
            <a:ln>
              <a:noFill/>
            </a:ln>
            <a:effectLst>
              <a:outerShdw blurRad="50800" dist="38100" dir="2700000" algn="tl" rotWithShape="0">
                <a:prstClr val="black">
                  <a:alpha val="40000"/>
                </a:prstClr>
              </a:outerShdw>
            </a:effec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>
              <a:defPPr>
                <a:defRPr lang="zh-CN"/>
              </a:defPPr>
              <a:lvl1pPr marL="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ctr"/>
              <a:endParaRPr lang="zh-CN" altLang="en-US">
                <a:ea typeface="微软雅黑" panose="020B0503020204020204" pitchFamily="34" charset="-122"/>
              </a:endParaRPr>
            </a:p>
          </p:txBody>
        </p:sp>
        <p:sp>
          <p:nvSpPr>
            <p:cNvPr id="7" name="文本框 6"/>
            <p:cNvSpPr txBox="1"/>
            <p:nvPr/>
          </p:nvSpPr>
          <p:spPr>
            <a:xfrm>
              <a:off x="980" y="3377"/>
              <a:ext cx="1663" cy="4021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lstStyle>
              <a:defPPr>
                <a:defRPr lang="zh-CN"/>
              </a:defPPr>
              <a:lvl1pPr algn="ctr" fontAlgn="auto">
                <a:spcBef>
                  <a:spcPts val="0"/>
                </a:spcBef>
                <a:spcAft>
                  <a:spcPts val="0"/>
                </a:spcAft>
                <a:defRPr sz="3800" b="1" kern="0" spc="-150">
                  <a:ln w="1905">
                    <a:noFill/>
                  </a:ln>
                  <a:solidFill>
                    <a:schemeClr val="bg1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defRPr>
              </a:lvl1pPr>
            </a:lstStyle>
            <a:p>
              <a:endParaRPr lang="zh-CN" altLang="en-US" sz="4000" dirty="0"/>
            </a:p>
          </p:txBody>
        </p:sp>
        <p:sp>
          <p:nvSpPr>
            <p:cNvPr id="41" name="五边形 40"/>
            <p:cNvSpPr/>
            <p:nvPr/>
          </p:nvSpPr>
          <p:spPr>
            <a:xfrm rot="10800000">
              <a:off x="0" y="2193"/>
              <a:ext cx="306" cy="6620"/>
            </a:xfrm>
            <a:prstGeom prst="homePlate">
              <a:avLst>
                <a:gd name="adj" fmla="val 0"/>
              </a:avLst>
            </a:prstGeom>
            <a:solidFill>
              <a:srgbClr val="3E56A3"/>
            </a:solidFill>
            <a:ln>
              <a:noFill/>
            </a:ln>
            <a:effectLst/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>
              <a:defPPr>
                <a:defRPr lang="zh-CN"/>
              </a:defPPr>
              <a:lvl1pPr marL="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ctr"/>
              <a:endParaRPr lang="zh-CN" altLang="en-US">
                <a:ea typeface="微软雅黑" panose="020B0503020204020204" pitchFamily="34" charset="-122"/>
              </a:endParaRPr>
            </a:p>
          </p:txBody>
        </p:sp>
      </p:grpSp>
      <p:sp>
        <p:nvSpPr>
          <p:cNvPr id="36" name="TextBox 20"/>
          <p:cNvSpPr txBox="1"/>
          <p:nvPr>
            <p:custDataLst>
              <p:tags r:id="rId2"/>
            </p:custDataLst>
          </p:nvPr>
        </p:nvSpPr>
        <p:spPr>
          <a:xfrm>
            <a:off x="4656657" y="1520823"/>
            <a:ext cx="6974772" cy="491490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/>
          </a:lnRef>
          <a:fillRef idx="1">
            <a:schemeClr val="lt1"/>
          </a:fillRef>
          <a:effectRef idx="0">
            <a:schemeClr val="accent1"/>
          </a:effectRef>
          <a:fontRef idx="minor">
            <a:schemeClr val="dk1"/>
          </a:fontRef>
        </p:style>
        <p:txBody>
          <a:bodyPr wrap="square" rtlCol="0" anchor="t" anchorCtr="0">
            <a:spAutoFit/>
          </a:bodyPr>
          <a:lstStyle>
            <a:defPPr>
              <a:defRPr lang="zh-CN"/>
            </a:defPPr>
            <a:lvl1pPr marL="0" algn="l" defTabSz="914400" rtl="0" eaLnBrk="1" latinLnBrk="0" hangingPunct="1">
              <a:defRPr sz="18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9pPr>
          </a:lstStyle>
          <a:p>
            <a:endParaRPr lang="en-US" altLang="zh-CN" sz="2600" b="1" spc="100" dirty="0">
              <a:solidFill>
                <a:srgbClr val="0070C0"/>
              </a:solidFill>
              <a:latin typeface="黑体" panose="02010609060101010101" charset="-122"/>
              <a:ea typeface="黑体" panose="02010609060101010101" charset="-122"/>
              <a:cs typeface="黑体" panose="02010609060101010101" charset="-122"/>
            </a:endParaRPr>
          </a:p>
        </p:txBody>
      </p:sp>
      <p:sp>
        <p:nvSpPr>
          <p:cNvPr id="37" name="TextBox 20"/>
          <p:cNvSpPr txBox="1"/>
          <p:nvPr>
            <p:custDataLst>
              <p:tags r:id="rId3"/>
            </p:custDataLst>
          </p:nvPr>
        </p:nvSpPr>
        <p:spPr>
          <a:xfrm>
            <a:off x="4656657" y="2659512"/>
            <a:ext cx="6974772" cy="891540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/>
          </a:lnRef>
          <a:fillRef idx="1">
            <a:schemeClr val="lt1"/>
          </a:fillRef>
          <a:effectRef idx="0">
            <a:schemeClr val="accent1"/>
          </a:effectRef>
          <a:fontRef idx="minor">
            <a:schemeClr val="dk1"/>
          </a:fontRef>
        </p:style>
        <p:txBody>
          <a:bodyPr wrap="square" rtlCol="0" anchor="t" anchorCtr="0">
            <a:spAutoFit/>
          </a:bodyPr>
          <a:lstStyle>
            <a:defPPr>
              <a:defRPr lang="zh-CN"/>
            </a:defPPr>
            <a:lvl1pPr marL="0" algn="l" defTabSz="914400" rtl="0" eaLnBrk="1" latinLnBrk="0" hangingPunct="1">
              <a:defRPr sz="18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l">
              <a:buClrTx/>
              <a:buSzTx/>
              <a:buFontTx/>
            </a:pPr>
            <a:endParaRPr lang="en-US" altLang="zh-CN" sz="2600" b="1" spc="100" dirty="0">
              <a:solidFill>
                <a:srgbClr val="0070C0"/>
              </a:solidFill>
              <a:latin typeface="楷体" charset="0"/>
              <a:ea typeface="楷体" charset="0"/>
              <a:cs typeface="楷体" charset="0"/>
            </a:endParaRPr>
          </a:p>
        </p:txBody>
      </p:sp>
      <p:sp>
        <p:nvSpPr>
          <p:cNvPr id="38" name="TextBox 20"/>
          <p:cNvSpPr txBox="1"/>
          <p:nvPr>
            <p:custDataLst>
              <p:tags r:id="rId4"/>
            </p:custDataLst>
          </p:nvPr>
        </p:nvSpPr>
        <p:spPr>
          <a:xfrm>
            <a:off x="4656657" y="3798201"/>
            <a:ext cx="6974772" cy="491490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/>
          </a:lnRef>
          <a:fillRef idx="1">
            <a:schemeClr val="lt1"/>
          </a:fillRef>
          <a:effectRef idx="0">
            <a:schemeClr val="accent1"/>
          </a:effectRef>
          <a:fontRef idx="minor">
            <a:schemeClr val="dk1"/>
          </a:fontRef>
        </p:style>
        <p:txBody>
          <a:bodyPr wrap="square" rtlCol="0" anchor="t" anchorCtr="0">
            <a:spAutoFit/>
          </a:bodyPr>
          <a:lstStyle>
            <a:defPPr>
              <a:defRPr lang="zh-CN"/>
            </a:defPPr>
            <a:lvl1pPr marL="0" algn="l" defTabSz="914400" rtl="0" eaLnBrk="1" latinLnBrk="0" hangingPunct="1">
              <a:defRPr sz="18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l">
              <a:buClrTx/>
              <a:buSzTx/>
              <a:buFontTx/>
            </a:pPr>
            <a:endParaRPr lang="zh-CN" altLang="en-US" sz="2600" b="1" spc="100" dirty="0">
              <a:solidFill>
                <a:srgbClr val="0070C0"/>
              </a:solidFill>
              <a:latin typeface="黑体" panose="02010609060101010101" charset="-122"/>
              <a:ea typeface="黑体" panose="02010609060101010101" charset="-122"/>
              <a:cs typeface="黑体" panose="02010609060101010101" charset="-122"/>
            </a:endParaRPr>
          </a:p>
        </p:txBody>
      </p:sp>
      <p:sp>
        <p:nvSpPr>
          <p:cNvPr id="39" name="TextBox 20"/>
          <p:cNvSpPr txBox="1"/>
          <p:nvPr>
            <p:custDataLst>
              <p:tags r:id="rId5"/>
            </p:custDataLst>
          </p:nvPr>
        </p:nvSpPr>
        <p:spPr>
          <a:xfrm>
            <a:off x="4656657" y="4965464"/>
            <a:ext cx="6974772" cy="1291590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/>
          </a:lnRef>
          <a:fillRef idx="1">
            <a:schemeClr val="lt1"/>
          </a:fillRef>
          <a:effectRef idx="0">
            <a:schemeClr val="accent1"/>
          </a:effectRef>
          <a:fontRef idx="minor">
            <a:schemeClr val="dk1"/>
          </a:fontRef>
        </p:style>
        <p:txBody>
          <a:bodyPr wrap="square" rtlCol="0" anchor="t" anchorCtr="0">
            <a:spAutoFit/>
          </a:bodyPr>
          <a:lstStyle>
            <a:defPPr>
              <a:defRPr lang="zh-CN"/>
            </a:defPPr>
            <a:lvl1pPr marL="0" algn="l" defTabSz="914400" rtl="0" eaLnBrk="1" latinLnBrk="0" hangingPunct="1">
              <a:defRPr sz="18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l">
              <a:buClrTx/>
              <a:buSzTx/>
              <a:buFontTx/>
            </a:pPr>
            <a:endParaRPr lang="zh-CN" altLang="en-US" sz="2600" b="1" spc="100" dirty="0">
              <a:solidFill>
                <a:srgbClr val="0070C0"/>
              </a:solidFill>
              <a:latin typeface="楷体" charset="0"/>
              <a:ea typeface="楷体" charset="0"/>
              <a:cs typeface="楷体" charset="0"/>
            </a:endParaRPr>
          </a:p>
        </p:txBody>
      </p:sp>
      <p:grpSp>
        <p:nvGrpSpPr>
          <p:cNvPr id="40" name="组合 39"/>
          <p:cNvGrpSpPr/>
          <p:nvPr>
            <p:custDataLst>
              <p:tags r:id="rId6"/>
            </p:custDataLst>
          </p:nvPr>
        </p:nvGrpSpPr>
        <p:grpSpPr>
          <a:xfrm>
            <a:off x="3532085" y="1370965"/>
            <a:ext cx="682625" cy="683260"/>
            <a:chOff x="3162416" y="1535627"/>
            <a:chExt cx="923809" cy="924143"/>
          </a:xfrm>
        </p:grpSpPr>
        <p:grpSp>
          <p:nvGrpSpPr>
            <p:cNvPr id="42" name="组合 41"/>
            <p:cNvGrpSpPr/>
            <p:nvPr/>
          </p:nvGrpSpPr>
          <p:grpSpPr>
            <a:xfrm>
              <a:off x="3162416" y="1535627"/>
              <a:ext cx="923809" cy="924143"/>
              <a:chOff x="4345444" y="2542859"/>
              <a:chExt cx="1810550" cy="1811205"/>
            </a:xfrm>
          </p:grpSpPr>
          <p:grpSp>
            <p:nvGrpSpPr>
              <p:cNvPr id="44" name="组合 43"/>
              <p:cNvGrpSpPr/>
              <p:nvPr/>
            </p:nvGrpSpPr>
            <p:grpSpPr>
              <a:xfrm>
                <a:off x="4345444" y="2542859"/>
                <a:ext cx="1810550" cy="1811205"/>
                <a:chOff x="1463339" y="1072758"/>
                <a:chExt cx="1546058" cy="1546058"/>
              </a:xfrm>
              <a:effectLst>
                <a:outerShdw blurRad="330200" dist="215900" dir="6900000" sx="91000" sy="91000" algn="t" rotWithShape="0">
                  <a:prstClr val="black">
                    <a:alpha val="49000"/>
                  </a:prstClr>
                </a:outerShdw>
              </a:effectLst>
            </p:grpSpPr>
            <p:sp>
              <p:nvSpPr>
                <p:cNvPr id="46" name="同心圆 45"/>
                <p:cNvSpPr/>
                <p:nvPr>
                  <p:custDataLst>
                    <p:tags r:id="rId7"/>
                  </p:custDataLst>
                </p:nvPr>
              </p:nvSpPr>
              <p:spPr>
                <a:xfrm>
                  <a:off x="1463339" y="1072758"/>
                  <a:ext cx="1546058" cy="1546058"/>
                </a:xfrm>
                <a:prstGeom prst="donut">
                  <a:avLst>
                    <a:gd name="adj" fmla="val 4879"/>
                  </a:avLst>
                </a:prstGeom>
                <a:gradFill>
                  <a:gsLst>
                    <a:gs pos="0">
                      <a:schemeClr val="bg1">
                        <a:lumMod val="95000"/>
                      </a:schemeClr>
                    </a:gs>
                    <a:gs pos="55000">
                      <a:schemeClr val="bg1">
                        <a:lumMod val="95000"/>
                      </a:schemeClr>
                    </a:gs>
                    <a:gs pos="100000">
                      <a:schemeClr val="bg1">
                        <a:lumMod val="85000"/>
                      </a:schemeClr>
                    </a:gs>
                  </a:gsLst>
                  <a:lin ang="8100000" scaled="0"/>
                </a:gradFill>
                <a:ln>
                  <a:noFill/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zh-CN" altLang="en-US">
                    <a:solidFill>
                      <a:schemeClr val="tx1"/>
                    </a:solidFill>
                    <a:cs typeface="+mn-ea"/>
                    <a:sym typeface="+mn-lt"/>
                  </a:endParaRPr>
                </a:p>
              </p:txBody>
            </p:sp>
            <p:sp>
              <p:nvSpPr>
                <p:cNvPr id="47" name="椭圆 46"/>
                <p:cNvSpPr/>
                <p:nvPr>
                  <p:custDataLst>
                    <p:tags r:id="rId8"/>
                  </p:custDataLst>
                </p:nvPr>
              </p:nvSpPr>
              <p:spPr>
                <a:xfrm>
                  <a:off x="1484232" y="1093651"/>
                  <a:ext cx="1504274" cy="1504273"/>
                </a:xfrm>
                <a:prstGeom prst="ellipse">
                  <a:avLst/>
                </a:prstGeom>
                <a:gradFill>
                  <a:gsLst>
                    <a:gs pos="0">
                      <a:schemeClr val="bg1"/>
                    </a:gs>
                    <a:gs pos="51000">
                      <a:schemeClr val="bg1">
                        <a:lumMod val="95000"/>
                      </a:schemeClr>
                    </a:gs>
                    <a:gs pos="100000">
                      <a:schemeClr val="bg1">
                        <a:lumMod val="85000"/>
                      </a:schemeClr>
                    </a:gs>
                  </a:gsLst>
                  <a:lin ang="18900000" scaled="0"/>
                </a:gradFill>
                <a:ln>
                  <a:noFill/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zh-CN" altLang="en-US">
                    <a:cs typeface="+mn-ea"/>
                    <a:sym typeface="+mn-lt"/>
                  </a:endParaRPr>
                </a:p>
              </p:txBody>
            </p:sp>
          </p:grpSp>
          <p:sp>
            <p:nvSpPr>
              <p:cNvPr id="45" name="椭圆 44"/>
              <p:cNvSpPr/>
              <p:nvPr>
                <p:custDataLst>
                  <p:tags r:id="rId9"/>
                </p:custDataLst>
              </p:nvPr>
            </p:nvSpPr>
            <p:spPr>
              <a:xfrm>
                <a:off x="4523580" y="2742068"/>
                <a:ext cx="1433004" cy="1433521"/>
              </a:xfrm>
              <a:prstGeom prst="ellipse">
                <a:avLst/>
              </a:prstGeom>
              <a:solidFill>
                <a:srgbClr val="3E56A3"/>
              </a:solidFill>
              <a:ln>
                <a:noFill/>
              </a:ln>
              <a:effectLst/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>
                  <a:cs typeface="+mn-ea"/>
                  <a:sym typeface="+mn-lt"/>
                </a:endParaRPr>
              </a:p>
            </p:txBody>
          </p:sp>
        </p:grpSp>
        <p:sp>
          <p:nvSpPr>
            <p:cNvPr id="43" name="TextBox 20"/>
            <p:cNvSpPr txBox="1"/>
            <p:nvPr>
              <p:custDataLst>
                <p:tags r:id="rId10"/>
              </p:custDataLst>
            </p:nvPr>
          </p:nvSpPr>
          <p:spPr>
            <a:xfrm>
              <a:off x="3299266" y="1703540"/>
              <a:ext cx="476498" cy="622680"/>
            </a:xfrm>
            <a:prstGeom prst="rect">
              <a:avLst/>
            </a:prstGeom>
            <a:noFill/>
            <a:ln>
              <a:noFill/>
            </a:ln>
          </p:spPr>
          <p:style>
            <a:lnRef idx="2">
              <a:schemeClr val="accent1"/>
            </a:lnRef>
            <a:fillRef idx="1">
              <a:schemeClr val="lt1"/>
            </a:fillRef>
            <a:effectRef idx="0">
              <a:schemeClr val="accent1"/>
            </a:effectRef>
            <a:fontRef idx="minor">
              <a:schemeClr val="dk1"/>
            </a:fontRef>
          </p:style>
          <p:txBody>
            <a:bodyPr wrap="square" rtlCol="0" anchor="t" anchorCtr="0">
              <a:spAutoFit/>
            </a:bodyPr>
            <a:lstStyle>
              <a:defPPr>
                <a:defRPr lang="zh-CN"/>
              </a:defPPr>
              <a:lvl1pPr marL="0" algn="l" defTabSz="914400" rtl="0" eaLnBrk="1" latinLnBrk="0" hangingPunct="1">
                <a:defRPr sz="1800" kern="1200">
                  <a:solidFill>
                    <a:schemeClr val="dk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dk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dk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dk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dk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dk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dk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dk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dk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endParaRPr lang="zh-CN" altLang="en-US" sz="2400" b="1" spc="100" dirty="0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</p:txBody>
        </p:sp>
      </p:grpSp>
      <p:grpSp>
        <p:nvGrpSpPr>
          <p:cNvPr id="48" name="组合 47"/>
          <p:cNvGrpSpPr/>
          <p:nvPr>
            <p:custDataLst>
              <p:tags r:id="rId11"/>
            </p:custDataLst>
          </p:nvPr>
        </p:nvGrpSpPr>
        <p:grpSpPr>
          <a:xfrm>
            <a:off x="3532085" y="2524125"/>
            <a:ext cx="682625" cy="683260"/>
            <a:chOff x="3162416" y="1535627"/>
            <a:chExt cx="923809" cy="924143"/>
          </a:xfrm>
        </p:grpSpPr>
        <p:grpSp>
          <p:nvGrpSpPr>
            <p:cNvPr id="49" name="组合 48"/>
            <p:cNvGrpSpPr/>
            <p:nvPr/>
          </p:nvGrpSpPr>
          <p:grpSpPr>
            <a:xfrm>
              <a:off x="3162416" y="1535627"/>
              <a:ext cx="923809" cy="924143"/>
              <a:chOff x="4345444" y="2542859"/>
              <a:chExt cx="1810550" cy="1811205"/>
            </a:xfrm>
          </p:grpSpPr>
          <p:grpSp>
            <p:nvGrpSpPr>
              <p:cNvPr id="51" name="组合 50"/>
              <p:cNvGrpSpPr/>
              <p:nvPr/>
            </p:nvGrpSpPr>
            <p:grpSpPr>
              <a:xfrm>
                <a:off x="4345444" y="2542859"/>
                <a:ext cx="1810550" cy="1811205"/>
                <a:chOff x="1463339" y="1072758"/>
                <a:chExt cx="1546058" cy="1546058"/>
              </a:xfrm>
              <a:effectLst>
                <a:outerShdw blurRad="330200" dist="215900" dir="6900000" sx="91000" sy="91000" algn="t" rotWithShape="0">
                  <a:prstClr val="black">
                    <a:alpha val="49000"/>
                  </a:prstClr>
                </a:outerShdw>
              </a:effectLst>
            </p:grpSpPr>
            <p:sp>
              <p:nvSpPr>
                <p:cNvPr id="53" name="同心圆 52"/>
                <p:cNvSpPr/>
                <p:nvPr>
                  <p:custDataLst>
                    <p:tags r:id="rId12"/>
                  </p:custDataLst>
                </p:nvPr>
              </p:nvSpPr>
              <p:spPr>
                <a:xfrm>
                  <a:off x="1463339" y="1072758"/>
                  <a:ext cx="1546058" cy="1546058"/>
                </a:xfrm>
                <a:prstGeom prst="donut">
                  <a:avLst>
                    <a:gd name="adj" fmla="val 4879"/>
                  </a:avLst>
                </a:prstGeom>
                <a:gradFill>
                  <a:gsLst>
                    <a:gs pos="0">
                      <a:schemeClr val="bg1">
                        <a:lumMod val="95000"/>
                      </a:schemeClr>
                    </a:gs>
                    <a:gs pos="55000">
                      <a:schemeClr val="bg1">
                        <a:lumMod val="95000"/>
                      </a:schemeClr>
                    </a:gs>
                    <a:gs pos="100000">
                      <a:schemeClr val="bg1">
                        <a:lumMod val="85000"/>
                      </a:schemeClr>
                    </a:gs>
                  </a:gsLst>
                  <a:lin ang="8100000" scaled="0"/>
                </a:gradFill>
                <a:ln>
                  <a:noFill/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zh-CN" altLang="en-US">
                    <a:solidFill>
                      <a:schemeClr val="tx1"/>
                    </a:solidFill>
                    <a:cs typeface="+mn-ea"/>
                    <a:sym typeface="+mn-lt"/>
                  </a:endParaRPr>
                </a:p>
              </p:txBody>
            </p:sp>
            <p:sp>
              <p:nvSpPr>
                <p:cNvPr id="54" name="椭圆 53"/>
                <p:cNvSpPr/>
                <p:nvPr>
                  <p:custDataLst>
                    <p:tags r:id="rId13"/>
                  </p:custDataLst>
                </p:nvPr>
              </p:nvSpPr>
              <p:spPr>
                <a:xfrm>
                  <a:off x="1484232" y="1093651"/>
                  <a:ext cx="1504274" cy="1504273"/>
                </a:xfrm>
                <a:prstGeom prst="ellipse">
                  <a:avLst/>
                </a:prstGeom>
                <a:gradFill>
                  <a:gsLst>
                    <a:gs pos="0">
                      <a:schemeClr val="bg1"/>
                    </a:gs>
                    <a:gs pos="51000">
                      <a:schemeClr val="bg1">
                        <a:lumMod val="95000"/>
                      </a:schemeClr>
                    </a:gs>
                    <a:gs pos="100000">
                      <a:schemeClr val="bg1">
                        <a:lumMod val="85000"/>
                      </a:schemeClr>
                    </a:gs>
                  </a:gsLst>
                  <a:lin ang="18900000" scaled="0"/>
                </a:gradFill>
                <a:ln>
                  <a:noFill/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zh-CN" altLang="en-US">
                    <a:cs typeface="+mn-ea"/>
                    <a:sym typeface="+mn-lt"/>
                  </a:endParaRPr>
                </a:p>
              </p:txBody>
            </p:sp>
          </p:grpSp>
          <p:sp>
            <p:nvSpPr>
              <p:cNvPr id="52" name="椭圆 51"/>
              <p:cNvSpPr/>
              <p:nvPr>
                <p:custDataLst>
                  <p:tags r:id="rId14"/>
                </p:custDataLst>
              </p:nvPr>
            </p:nvSpPr>
            <p:spPr>
              <a:xfrm>
                <a:off x="4523580" y="2742068"/>
                <a:ext cx="1433004" cy="1433521"/>
              </a:xfrm>
              <a:prstGeom prst="ellipse">
                <a:avLst/>
              </a:prstGeom>
              <a:solidFill>
                <a:srgbClr val="0070C0"/>
              </a:solidFill>
              <a:ln>
                <a:noFill/>
              </a:ln>
              <a:effectLst/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>
                  <a:cs typeface="+mn-ea"/>
                  <a:sym typeface="+mn-lt"/>
                </a:endParaRPr>
              </a:p>
            </p:txBody>
          </p:sp>
        </p:grpSp>
        <p:sp>
          <p:nvSpPr>
            <p:cNvPr id="50" name="TextBox 20"/>
            <p:cNvSpPr txBox="1"/>
            <p:nvPr>
              <p:custDataLst>
                <p:tags r:id="rId15"/>
              </p:custDataLst>
            </p:nvPr>
          </p:nvSpPr>
          <p:spPr>
            <a:xfrm>
              <a:off x="3286376" y="1677774"/>
              <a:ext cx="476498" cy="622680"/>
            </a:xfrm>
            <a:prstGeom prst="rect">
              <a:avLst/>
            </a:prstGeom>
            <a:noFill/>
            <a:ln>
              <a:noFill/>
            </a:ln>
          </p:spPr>
          <p:style>
            <a:lnRef idx="2">
              <a:schemeClr val="accent1"/>
            </a:lnRef>
            <a:fillRef idx="1">
              <a:schemeClr val="lt1"/>
            </a:fillRef>
            <a:effectRef idx="0">
              <a:schemeClr val="accent1"/>
            </a:effectRef>
            <a:fontRef idx="minor">
              <a:schemeClr val="dk1"/>
            </a:fontRef>
          </p:style>
          <p:txBody>
            <a:bodyPr wrap="square" rtlCol="0" anchor="t" anchorCtr="0">
              <a:spAutoFit/>
            </a:bodyPr>
            <a:lstStyle>
              <a:defPPr>
                <a:defRPr lang="zh-CN"/>
              </a:defPPr>
              <a:lvl1pPr marL="0" algn="l" defTabSz="914400" rtl="0" eaLnBrk="1" latinLnBrk="0" hangingPunct="1">
                <a:defRPr sz="1800" kern="1200">
                  <a:solidFill>
                    <a:schemeClr val="dk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dk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dk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dk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dk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dk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dk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dk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dk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endParaRPr lang="zh-CN" altLang="en-US" sz="2400" b="1" spc="100" dirty="0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</p:txBody>
        </p:sp>
      </p:grpSp>
      <p:grpSp>
        <p:nvGrpSpPr>
          <p:cNvPr id="55" name="组合 54"/>
          <p:cNvGrpSpPr/>
          <p:nvPr>
            <p:custDataLst>
              <p:tags r:id="rId16"/>
            </p:custDataLst>
          </p:nvPr>
        </p:nvGrpSpPr>
        <p:grpSpPr>
          <a:xfrm>
            <a:off x="3532085" y="3676650"/>
            <a:ext cx="682625" cy="683260"/>
            <a:chOff x="3162416" y="1535627"/>
            <a:chExt cx="923809" cy="924143"/>
          </a:xfrm>
        </p:grpSpPr>
        <p:grpSp>
          <p:nvGrpSpPr>
            <p:cNvPr id="56" name="组合 55"/>
            <p:cNvGrpSpPr/>
            <p:nvPr/>
          </p:nvGrpSpPr>
          <p:grpSpPr>
            <a:xfrm>
              <a:off x="3162416" y="1535627"/>
              <a:ext cx="923809" cy="924143"/>
              <a:chOff x="4345444" y="2542859"/>
              <a:chExt cx="1810550" cy="1811205"/>
            </a:xfrm>
          </p:grpSpPr>
          <p:grpSp>
            <p:nvGrpSpPr>
              <p:cNvPr id="58" name="组合 57"/>
              <p:cNvGrpSpPr/>
              <p:nvPr/>
            </p:nvGrpSpPr>
            <p:grpSpPr>
              <a:xfrm>
                <a:off x="4345444" y="2542859"/>
                <a:ext cx="1810550" cy="1811205"/>
                <a:chOff x="1463339" y="1072758"/>
                <a:chExt cx="1546058" cy="1546058"/>
              </a:xfrm>
              <a:effectLst>
                <a:outerShdw blurRad="330200" dist="215900" dir="6900000" sx="91000" sy="91000" algn="t" rotWithShape="0">
                  <a:prstClr val="black">
                    <a:alpha val="49000"/>
                  </a:prstClr>
                </a:outerShdw>
              </a:effectLst>
            </p:grpSpPr>
            <p:sp>
              <p:nvSpPr>
                <p:cNvPr id="60" name="同心圆 59"/>
                <p:cNvSpPr/>
                <p:nvPr>
                  <p:custDataLst>
                    <p:tags r:id="rId17"/>
                  </p:custDataLst>
                </p:nvPr>
              </p:nvSpPr>
              <p:spPr>
                <a:xfrm>
                  <a:off x="1463339" y="1072758"/>
                  <a:ext cx="1546058" cy="1546058"/>
                </a:xfrm>
                <a:prstGeom prst="donut">
                  <a:avLst>
                    <a:gd name="adj" fmla="val 4879"/>
                  </a:avLst>
                </a:prstGeom>
                <a:gradFill>
                  <a:gsLst>
                    <a:gs pos="0">
                      <a:schemeClr val="bg1">
                        <a:lumMod val="95000"/>
                      </a:schemeClr>
                    </a:gs>
                    <a:gs pos="55000">
                      <a:schemeClr val="bg1">
                        <a:lumMod val="95000"/>
                      </a:schemeClr>
                    </a:gs>
                    <a:gs pos="100000">
                      <a:schemeClr val="bg1">
                        <a:lumMod val="85000"/>
                      </a:schemeClr>
                    </a:gs>
                  </a:gsLst>
                  <a:lin ang="8100000" scaled="0"/>
                </a:gradFill>
                <a:ln>
                  <a:noFill/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zh-CN" altLang="en-US">
                    <a:solidFill>
                      <a:schemeClr val="tx1"/>
                    </a:solidFill>
                    <a:cs typeface="+mn-ea"/>
                    <a:sym typeface="+mn-lt"/>
                  </a:endParaRPr>
                </a:p>
              </p:txBody>
            </p:sp>
            <p:sp>
              <p:nvSpPr>
                <p:cNvPr id="61" name="椭圆 60"/>
                <p:cNvSpPr/>
                <p:nvPr>
                  <p:custDataLst>
                    <p:tags r:id="rId18"/>
                  </p:custDataLst>
                </p:nvPr>
              </p:nvSpPr>
              <p:spPr>
                <a:xfrm>
                  <a:off x="1484232" y="1093651"/>
                  <a:ext cx="1504274" cy="1504273"/>
                </a:xfrm>
                <a:prstGeom prst="ellipse">
                  <a:avLst/>
                </a:prstGeom>
                <a:gradFill>
                  <a:gsLst>
                    <a:gs pos="0">
                      <a:schemeClr val="bg1"/>
                    </a:gs>
                    <a:gs pos="51000">
                      <a:schemeClr val="bg1">
                        <a:lumMod val="95000"/>
                      </a:schemeClr>
                    </a:gs>
                    <a:gs pos="100000">
                      <a:schemeClr val="bg1">
                        <a:lumMod val="85000"/>
                      </a:schemeClr>
                    </a:gs>
                  </a:gsLst>
                  <a:lin ang="18900000" scaled="0"/>
                </a:gradFill>
                <a:ln>
                  <a:noFill/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zh-CN" altLang="en-US">
                    <a:cs typeface="+mn-ea"/>
                    <a:sym typeface="+mn-lt"/>
                  </a:endParaRPr>
                </a:p>
              </p:txBody>
            </p:sp>
          </p:grpSp>
          <p:sp>
            <p:nvSpPr>
              <p:cNvPr id="59" name="椭圆 58"/>
              <p:cNvSpPr/>
              <p:nvPr>
                <p:custDataLst>
                  <p:tags r:id="rId19"/>
                </p:custDataLst>
              </p:nvPr>
            </p:nvSpPr>
            <p:spPr>
              <a:xfrm>
                <a:off x="4523580" y="2742068"/>
                <a:ext cx="1433004" cy="1433521"/>
              </a:xfrm>
              <a:prstGeom prst="ellipse">
                <a:avLst/>
              </a:prstGeom>
              <a:solidFill>
                <a:srgbClr val="3E56A3"/>
              </a:solidFill>
              <a:ln>
                <a:noFill/>
              </a:ln>
              <a:effectLst/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>
                  <a:cs typeface="+mn-ea"/>
                  <a:sym typeface="+mn-lt"/>
                </a:endParaRPr>
              </a:p>
            </p:txBody>
          </p:sp>
        </p:grpSp>
        <p:sp>
          <p:nvSpPr>
            <p:cNvPr id="57" name="TextBox 20"/>
            <p:cNvSpPr txBox="1"/>
            <p:nvPr>
              <p:custDataLst>
                <p:tags r:id="rId20"/>
              </p:custDataLst>
            </p:nvPr>
          </p:nvSpPr>
          <p:spPr>
            <a:xfrm>
              <a:off x="3299266" y="1677774"/>
              <a:ext cx="476498" cy="622680"/>
            </a:xfrm>
            <a:prstGeom prst="rect">
              <a:avLst/>
            </a:prstGeom>
            <a:noFill/>
            <a:ln>
              <a:noFill/>
            </a:ln>
          </p:spPr>
          <p:style>
            <a:lnRef idx="2">
              <a:schemeClr val="accent1"/>
            </a:lnRef>
            <a:fillRef idx="1">
              <a:schemeClr val="lt1"/>
            </a:fillRef>
            <a:effectRef idx="0">
              <a:schemeClr val="accent1"/>
            </a:effectRef>
            <a:fontRef idx="minor">
              <a:schemeClr val="dk1"/>
            </a:fontRef>
          </p:style>
          <p:txBody>
            <a:bodyPr wrap="square" rtlCol="0" anchor="t" anchorCtr="0">
              <a:spAutoFit/>
            </a:bodyPr>
            <a:lstStyle>
              <a:defPPr>
                <a:defRPr lang="zh-CN"/>
              </a:defPPr>
              <a:lvl1pPr marL="0" algn="l" defTabSz="914400" rtl="0" eaLnBrk="1" latinLnBrk="0" hangingPunct="1">
                <a:defRPr sz="1800" kern="1200">
                  <a:solidFill>
                    <a:schemeClr val="dk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dk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dk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dk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dk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dk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dk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dk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dk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endParaRPr lang="zh-CN" altLang="en-US" sz="2400" b="1" spc="100" dirty="0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</p:txBody>
        </p:sp>
      </p:grpSp>
      <p:grpSp>
        <p:nvGrpSpPr>
          <p:cNvPr id="62" name="组合 61"/>
          <p:cNvGrpSpPr/>
          <p:nvPr>
            <p:custDataLst>
              <p:tags r:id="rId21"/>
            </p:custDataLst>
          </p:nvPr>
        </p:nvGrpSpPr>
        <p:grpSpPr>
          <a:xfrm>
            <a:off x="3532085" y="4829175"/>
            <a:ext cx="682625" cy="683260"/>
            <a:chOff x="3162416" y="1535627"/>
            <a:chExt cx="923809" cy="924143"/>
          </a:xfrm>
        </p:grpSpPr>
        <p:grpSp>
          <p:nvGrpSpPr>
            <p:cNvPr id="63" name="组合 62"/>
            <p:cNvGrpSpPr/>
            <p:nvPr/>
          </p:nvGrpSpPr>
          <p:grpSpPr>
            <a:xfrm>
              <a:off x="3162416" y="1535627"/>
              <a:ext cx="923809" cy="924143"/>
              <a:chOff x="4345444" y="2542859"/>
              <a:chExt cx="1810550" cy="1811205"/>
            </a:xfrm>
          </p:grpSpPr>
          <p:grpSp>
            <p:nvGrpSpPr>
              <p:cNvPr id="66" name="组合 65"/>
              <p:cNvGrpSpPr/>
              <p:nvPr/>
            </p:nvGrpSpPr>
            <p:grpSpPr>
              <a:xfrm>
                <a:off x="4345444" y="2542859"/>
                <a:ext cx="1810550" cy="1811205"/>
                <a:chOff x="1463339" y="1072758"/>
                <a:chExt cx="1546058" cy="1546058"/>
              </a:xfrm>
              <a:effectLst>
                <a:outerShdw blurRad="330200" dist="215900" dir="6900000" sx="91000" sy="91000" algn="t" rotWithShape="0">
                  <a:prstClr val="black">
                    <a:alpha val="49000"/>
                  </a:prstClr>
                </a:outerShdw>
              </a:effectLst>
            </p:grpSpPr>
            <p:sp>
              <p:nvSpPr>
                <p:cNvPr id="68" name="同心圆 67"/>
                <p:cNvSpPr/>
                <p:nvPr>
                  <p:custDataLst>
                    <p:tags r:id="rId22"/>
                  </p:custDataLst>
                </p:nvPr>
              </p:nvSpPr>
              <p:spPr>
                <a:xfrm>
                  <a:off x="1463339" y="1072758"/>
                  <a:ext cx="1546058" cy="1546058"/>
                </a:xfrm>
                <a:prstGeom prst="donut">
                  <a:avLst>
                    <a:gd name="adj" fmla="val 4879"/>
                  </a:avLst>
                </a:prstGeom>
                <a:gradFill>
                  <a:gsLst>
                    <a:gs pos="0">
                      <a:schemeClr val="bg1">
                        <a:lumMod val="95000"/>
                      </a:schemeClr>
                    </a:gs>
                    <a:gs pos="55000">
                      <a:schemeClr val="bg1">
                        <a:lumMod val="95000"/>
                      </a:schemeClr>
                    </a:gs>
                    <a:gs pos="100000">
                      <a:schemeClr val="bg1">
                        <a:lumMod val="85000"/>
                      </a:schemeClr>
                    </a:gs>
                  </a:gsLst>
                  <a:lin ang="8100000" scaled="0"/>
                </a:gradFill>
                <a:ln>
                  <a:noFill/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zh-CN" altLang="en-US">
                    <a:solidFill>
                      <a:schemeClr val="tx1"/>
                    </a:solidFill>
                    <a:cs typeface="+mn-ea"/>
                    <a:sym typeface="+mn-lt"/>
                  </a:endParaRPr>
                </a:p>
              </p:txBody>
            </p:sp>
            <p:sp>
              <p:nvSpPr>
                <p:cNvPr id="71" name="椭圆 70"/>
                <p:cNvSpPr/>
                <p:nvPr>
                  <p:custDataLst>
                    <p:tags r:id="rId23"/>
                  </p:custDataLst>
                </p:nvPr>
              </p:nvSpPr>
              <p:spPr>
                <a:xfrm>
                  <a:off x="1484232" y="1093651"/>
                  <a:ext cx="1504274" cy="1504273"/>
                </a:xfrm>
                <a:prstGeom prst="ellipse">
                  <a:avLst/>
                </a:prstGeom>
                <a:gradFill>
                  <a:gsLst>
                    <a:gs pos="0">
                      <a:schemeClr val="bg1"/>
                    </a:gs>
                    <a:gs pos="51000">
                      <a:schemeClr val="bg1">
                        <a:lumMod val="95000"/>
                      </a:schemeClr>
                    </a:gs>
                    <a:gs pos="100000">
                      <a:schemeClr val="bg1">
                        <a:lumMod val="85000"/>
                      </a:schemeClr>
                    </a:gs>
                  </a:gsLst>
                  <a:lin ang="18900000" scaled="0"/>
                </a:gradFill>
                <a:ln>
                  <a:noFill/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zh-CN" altLang="en-US">
                    <a:cs typeface="+mn-ea"/>
                    <a:sym typeface="+mn-lt"/>
                  </a:endParaRPr>
                </a:p>
              </p:txBody>
            </p:sp>
          </p:grpSp>
          <p:sp>
            <p:nvSpPr>
              <p:cNvPr id="67" name="椭圆 66"/>
              <p:cNvSpPr/>
              <p:nvPr>
                <p:custDataLst>
                  <p:tags r:id="rId24"/>
                </p:custDataLst>
              </p:nvPr>
            </p:nvSpPr>
            <p:spPr>
              <a:xfrm>
                <a:off x="4523580" y="2742068"/>
                <a:ext cx="1433004" cy="1433521"/>
              </a:xfrm>
              <a:prstGeom prst="ellipse">
                <a:avLst/>
              </a:prstGeom>
              <a:solidFill>
                <a:srgbClr val="0070C0"/>
              </a:solidFill>
              <a:ln>
                <a:noFill/>
              </a:ln>
              <a:effectLst/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>
                  <a:cs typeface="+mn-ea"/>
                  <a:sym typeface="+mn-lt"/>
                </a:endParaRPr>
              </a:p>
            </p:txBody>
          </p:sp>
        </p:grpSp>
        <p:sp>
          <p:nvSpPr>
            <p:cNvPr id="65" name="TextBox 20"/>
            <p:cNvSpPr txBox="1"/>
            <p:nvPr>
              <p:custDataLst>
                <p:tags r:id="rId25"/>
              </p:custDataLst>
            </p:nvPr>
          </p:nvSpPr>
          <p:spPr>
            <a:xfrm>
              <a:off x="3286376" y="1677774"/>
              <a:ext cx="476498" cy="622680"/>
            </a:xfrm>
            <a:prstGeom prst="rect">
              <a:avLst/>
            </a:prstGeom>
            <a:noFill/>
            <a:ln>
              <a:noFill/>
            </a:ln>
          </p:spPr>
          <p:style>
            <a:lnRef idx="2">
              <a:schemeClr val="accent1"/>
            </a:lnRef>
            <a:fillRef idx="1">
              <a:schemeClr val="lt1"/>
            </a:fillRef>
            <a:effectRef idx="0">
              <a:schemeClr val="accent1"/>
            </a:effectRef>
            <a:fontRef idx="minor">
              <a:schemeClr val="dk1"/>
            </a:fontRef>
          </p:style>
          <p:txBody>
            <a:bodyPr wrap="square" rtlCol="0" anchor="t" anchorCtr="0">
              <a:spAutoFit/>
            </a:bodyPr>
            <a:lstStyle>
              <a:defPPr>
                <a:defRPr lang="zh-CN"/>
              </a:defPPr>
              <a:lvl1pPr marL="0" algn="l" defTabSz="914400" rtl="0" eaLnBrk="1" latinLnBrk="0" hangingPunct="1">
                <a:defRPr sz="1800" kern="1200">
                  <a:solidFill>
                    <a:schemeClr val="dk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dk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dk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dk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dk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dk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dk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dk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dk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endParaRPr lang="zh-CN" altLang="en-US" sz="2400" b="1" spc="100" dirty="0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</p:txBody>
        </p:sp>
      </p:grpSp>
      <p:sp>
        <p:nvSpPr>
          <p:cNvPr id="72" name="TextBox 71"/>
          <p:cNvSpPr txBox="1"/>
          <p:nvPr/>
        </p:nvSpPr>
        <p:spPr>
          <a:xfrm>
            <a:off x="310896" y="2011680"/>
            <a:ext cx="786384" cy="1143000"/>
          </a:xfrm>
          <a:prstGeom prst="rect">
            <a:avLst/>
          </a:prstGeom>
          <a:noFill/>
        </p:spPr>
        <p:txBody>
          <a:bodyPr wrap="none" lIns="36576" rIns="36576" tIns="36576" bIns="36576" anchor="ctr">
            <a:spAutoFit/>
          </a:bodyPr>
          <a:lstStyle/>
          <a:p>
            <a:pPr algn="ctr"/>
            <a:r>
              <a:rPr sz="2300" b="1">
                <a:solidFill>
                  <a:srgbClr val="FFFFFF"/>
                </a:solidFill>
                <a:latin typeface="Microsoft YaHei"/>
              </a:rPr>
              <a:t>评·诊·创</a:t>
            </a:r>
          </a:p>
        </p:txBody>
      </p:sp>
      <p:pic>
        <p:nvPicPr>
          <p:cNvPr id="73" name="Picture 72" descr="desktop-grading.png"/>
          <p:cNvPicPr>
            <a:picLocks noChangeAspect="1"/>
          </p:cNvPicPr>
          <p:nvPr/>
        </p:nvPicPr>
        <p:blipFill>
          <a:blip r:embed="rId27"/>
          <a:srcRect l="15476" r="15476"/>
          <a:stretch>
            <a:fillRect/>
          </a:stretch>
        </p:blipFill>
        <p:spPr>
          <a:xfrm>
            <a:off x="1417320" y="1234440"/>
            <a:ext cx="3182112" cy="2880360"/>
          </a:xfrm>
          <a:prstGeom prst="rect">
            <a:avLst/>
          </a:prstGeom>
        </p:spPr>
      </p:pic>
      <p:sp>
        <p:nvSpPr>
          <p:cNvPr id="74" name="TextBox 73"/>
          <p:cNvSpPr txBox="1"/>
          <p:nvPr/>
        </p:nvSpPr>
        <p:spPr>
          <a:xfrm>
            <a:off x="1417320" y="4242816"/>
            <a:ext cx="3182112" cy="384048"/>
          </a:xfrm>
          <a:prstGeom prst="rect">
            <a:avLst/>
          </a:prstGeom>
          <a:noFill/>
        </p:spPr>
        <p:txBody>
          <a:bodyPr wrap="none" lIns="36576" rIns="36576" tIns="36576" bIns="36576" anchor="ctr">
            <a:spAutoFit/>
          </a:bodyPr>
          <a:lstStyle/>
          <a:p>
            <a:pPr algn="ctr"/>
            <a:r>
              <a:rPr sz="1900" b="1">
                <a:solidFill>
                  <a:srgbClr val="0A3989"/>
                </a:solidFill>
                <a:latin typeface="Microsoft YaHei"/>
              </a:rPr>
              <a:t>多模态批改</a:t>
            </a:r>
          </a:p>
        </p:txBody>
      </p:sp>
      <p:sp>
        <p:nvSpPr>
          <p:cNvPr id="75" name="TextBox 74"/>
          <p:cNvSpPr txBox="1"/>
          <p:nvPr/>
        </p:nvSpPr>
        <p:spPr>
          <a:xfrm>
            <a:off x="1417320" y="4645152"/>
            <a:ext cx="3182112" cy="347472"/>
          </a:xfrm>
          <a:prstGeom prst="rect">
            <a:avLst/>
          </a:prstGeom>
          <a:noFill/>
        </p:spPr>
        <p:txBody>
          <a:bodyPr wrap="none" lIns="36576" rIns="36576" tIns="36576" bIns="36576" anchor="ctr">
            <a:spAutoFit/>
          </a:bodyPr>
          <a:lstStyle/>
          <a:p>
            <a:pPr algn="ctr"/>
            <a:r>
              <a:rPr sz="1200" b="0">
                <a:solidFill>
                  <a:srgbClr val="5B6978"/>
                </a:solidFill>
                <a:latin typeface="Microsoft YaHei"/>
              </a:rPr>
              <a:t>识别 + 评分 + 人工修正</a:t>
            </a:r>
          </a:p>
        </p:txBody>
      </p:sp>
      <p:pic>
        <p:nvPicPr>
          <p:cNvPr id="76" name="Picture 75" descr="desktop-diagnosis.png"/>
          <p:cNvPicPr>
            <a:picLocks noChangeAspect="1"/>
          </p:cNvPicPr>
          <p:nvPr/>
        </p:nvPicPr>
        <p:blipFill>
          <a:blip r:embed="rId28"/>
          <a:srcRect l="15476" r="15476"/>
          <a:stretch>
            <a:fillRect/>
          </a:stretch>
        </p:blipFill>
        <p:spPr>
          <a:xfrm>
            <a:off x="4873752" y="1234440"/>
            <a:ext cx="3182112" cy="2880360"/>
          </a:xfrm>
          <a:prstGeom prst="rect">
            <a:avLst/>
          </a:prstGeom>
        </p:spPr>
      </p:pic>
      <p:sp>
        <p:nvSpPr>
          <p:cNvPr id="77" name="TextBox 76"/>
          <p:cNvSpPr txBox="1"/>
          <p:nvPr/>
        </p:nvSpPr>
        <p:spPr>
          <a:xfrm>
            <a:off x="4873752" y="4242816"/>
            <a:ext cx="3182112" cy="384048"/>
          </a:xfrm>
          <a:prstGeom prst="rect">
            <a:avLst/>
          </a:prstGeom>
          <a:noFill/>
        </p:spPr>
        <p:txBody>
          <a:bodyPr wrap="none" lIns="36576" rIns="36576" tIns="36576" bIns="36576" anchor="ctr">
            <a:spAutoFit/>
          </a:bodyPr>
          <a:lstStyle/>
          <a:p>
            <a:pPr algn="ctr"/>
            <a:r>
              <a:rPr sz="1900" b="1">
                <a:solidFill>
                  <a:srgbClr val="0A3989"/>
                </a:solidFill>
                <a:latin typeface="Microsoft YaHei"/>
              </a:rPr>
              <a:t>六阶诊断</a:t>
            </a:r>
          </a:p>
        </p:txBody>
      </p:sp>
      <p:sp>
        <p:nvSpPr>
          <p:cNvPr id="78" name="TextBox 77"/>
          <p:cNvSpPr txBox="1"/>
          <p:nvPr/>
        </p:nvSpPr>
        <p:spPr>
          <a:xfrm>
            <a:off x="4873752" y="4645152"/>
            <a:ext cx="3182112" cy="347472"/>
          </a:xfrm>
          <a:prstGeom prst="rect">
            <a:avLst/>
          </a:prstGeom>
          <a:noFill/>
        </p:spPr>
        <p:txBody>
          <a:bodyPr wrap="none" lIns="36576" rIns="36576" tIns="36576" bIns="36576" anchor="ctr">
            <a:spAutoFit/>
          </a:bodyPr>
          <a:lstStyle/>
          <a:p>
            <a:pPr algn="ctr"/>
            <a:r>
              <a:rPr sz="1200" b="0">
                <a:solidFill>
                  <a:srgbClr val="5B6978"/>
                </a:solidFill>
                <a:latin typeface="Microsoft YaHei"/>
              </a:rPr>
              <a:t>画像 + 路径 + 个性处方</a:t>
            </a:r>
          </a:p>
        </p:txBody>
      </p:sp>
      <p:pic>
        <p:nvPicPr>
          <p:cNvPr id="79" name="Picture 78" descr="desktop-creation-studio.png"/>
          <p:cNvPicPr>
            <a:picLocks noChangeAspect="1"/>
          </p:cNvPicPr>
          <p:nvPr/>
        </p:nvPicPr>
        <p:blipFill>
          <a:blip r:embed="rId29"/>
          <a:srcRect l="15476" r="15476"/>
          <a:stretch>
            <a:fillRect/>
          </a:stretch>
        </p:blipFill>
        <p:spPr>
          <a:xfrm>
            <a:off x="8330183" y="1234440"/>
            <a:ext cx="3182112" cy="2880360"/>
          </a:xfrm>
          <a:prstGeom prst="rect">
            <a:avLst/>
          </a:prstGeom>
        </p:spPr>
      </p:pic>
      <p:sp>
        <p:nvSpPr>
          <p:cNvPr id="80" name="TextBox 79"/>
          <p:cNvSpPr txBox="1"/>
          <p:nvPr/>
        </p:nvSpPr>
        <p:spPr>
          <a:xfrm>
            <a:off x="8330183" y="4242816"/>
            <a:ext cx="3182112" cy="384048"/>
          </a:xfrm>
          <a:prstGeom prst="rect">
            <a:avLst/>
          </a:prstGeom>
          <a:noFill/>
        </p:spPr>
        <p:txBody>
          <a:bodyPr wrap="none" lIns="36576" rIns="36576" tIns="36576" bIns="36576" anchor="ctr">
            <a:spAutoFit/>
          </a:bodyPr>
          <a:lstStyle/>
          <a:p>
            <a:pPr algn="ctr"/>
            <a:r>
              <a:rPr sz="1900" b="1">
                <a:solidFill>
                  <a:srgbClr val="0A3989"/>
                </a:solidFill>
                <a:latin typeface="Microsoft YaHei"/>
              </a:rPr>
              <a:t>创作迭代</a:t>
            </a:r>
          </a:p>
        </p:txBody>
      </p:sp>
      <p:sp>
        <p:nvSpPr>
          <p:cNvPr id="81" name="TextBox 80"/>
          <p:cNvSpPr txBox="1"/>
          <p:nvPr/>
        </p:nvSpPr>
        <p:spPr>
          <a:xfrm>
            <a:off x="8330183" y="4645152"/>
            <a:ext cx="3182112" cy="347472"/>
          </a:xfrm>
          <a:prstGeom prst="rect">
            <a:avLst/>
          </a:prstGeom>
          <a:noFill/>
        </p:spPr>
        <p:txBody>
          <a:bodyPr wrap="none" lIns="36576" rIns="36576" tIns="36576" bIns="36576" anchor="ctr">
            <a:spAutoFit/>
          </a:bodyPr>
          <a:lstStyle/>
          <a:p>
            <a:pPr algn="ctr"/>
            <a:r>
              <a:rPr sz="1200" b="0">
                <a:solidFill>
                  <a:srgbClr val="5B6978"/>
                </a:solidFill>
                <a:latin typeface="Microsoft YaHei"/>
              </a:rPr>
              <a:t>保留原作 + 反馈再创作</a:t>
            </a:r>
          </a:p>
        </p:txBody>
      </p:sp>
      <p:sp>
        <p:nvSpPr>
          <p:cNvPr id="82" name="Rounded Rectangle 81"/>
          <p:cNvSpPr/>
          <p:nvPr/>
        </p:nvSpPr>
        <p:spPr>
          <a:xfrm>
            <a:off x="1572768" y="5285232"/>
            <a:ext cx="9646920" cy="566928"/>
          </a:xfrm>
          <a:prstGeom prst="roundRect">
            <a:avLst/>
          </a:prstGeom>
          <a:solidFill>
            <a:srgbClr val="EBF3FC"/>
          </a:solidFill>
          <a:ln>
            <a:solidFill>
              <a:srgbClr val="EBF3F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3" name="TextBox 82"/>
          <p:cNvSpPr txBox="1"/>
          <p:nvPr/>
        </p:nvSpPr>
        <p:spPr>
          <a:xfrm>
            <a:off x="1737360" y="5376672"/>
            <a:ext cx="9326880" cy="384048"/>
          </a:xfrm>
          <a:prstGeom prst="rect">
            <a:avLst/>
          </a:prstGeom>
          <a:noFill/>
        </p:spPr>
        <p:txBody>
          <a:bodyPr wrap="none" lIns="36576" rIns="36576" tIns="36576" bIns="36576" anchor="ctr">
            <a:spAutoFit/>
          </a:bodyPr>
          <a:lstStyle/>
          <a:p>
            <a:pPr algn="ctr"/>
            <a:r>
              <a:rPr sz="1600" b="1">
                <a:solidFill>
                  <a:srgbClr val="B13939"/>
                </a:solidFill>
                <a:latin typeface="Microsoft YaHei"/>
              </a:rPr>
              <a:t>DEMO/规则/AI/真实数据分层标识，演示样例绝不充当教学成效</a:t>
            </a:r>
          </a:p>
        </p:txBody>
      </p:sp>
      <p:sp>
        <p:nvSpPr>
          <p:cNvPr id="84" name="TextBox 83"/>
          <p:cNvSpPr txBox="1"/>
          <p:nvPr/>
        </p:nvSpPr>
        <p:spPr>
          <a:xfrm>
            <a:off x="457200" y="6473952"/>
            <a:ext cx="7680960" cy="201168"/>
          </a:xfrm>
          <a:prstGeom prst="rect">
            <a:avLst/>
          </a:prstGeom>
          <a:noFill/>
        </p:spPr>
        <p:txBody>
          <a:bodyPr wrap="none" lIns="36576" rIns="36576" tIns="36576" bIns="36576" anchor="ctr">
            <a:spAutoFit/>
          </a:bodyPr>
          <a:lstStyle/>
          <a:p>
            <a:pPr algn="l"/>
            <a:r>
              <a:rPr sz="800" b="0">
                <a:solidFill>
                  <a:srgbClr val="5B6978"/>
                </a:solidFill>
                <a:latin typeface="Microsoft YaHei"/>
              </a:rPr>
              <a:t>诗脉·启明 PoeticRealm AI · 教师可控 / 证据驱动 / 失败可退</a:t>
            </a:r>
          </a:p>
        </p:txBody>
      </p:sp>
      <p:sp>
        <p:nvSpPr>
          <p:cNvPr id="85" name="TextBox 84"/>
          <p:cNvSpPr txBox="1"/>
          <p:nvPr/>
        </p:nvSpPr>
        <p:spPr>
          <a:xfrm>
            <a:off x="10881360" y="6437376"/>
            <a:ext cx="731520" cy="256032"/>
          </a:xfrm>
          <a:prstGeom prst="rect">
            <a:avLst/>
          </a:prstGeom>
          <a:noFill/>
        </p:spPr>
        <p:txBody>
          <a:bodyPr wrap="none" lIns="36576" rIns="36576" tIns="36576" bIns="36576" anchor="ctr">
            <a:spAutoFit/>
          </a:bodyPr>
          <a:lstStyle/>
          <a:p>
            <a:pPr algn="r"/>
            <a:r>
              <a:rPr sz="900" b="1">
                <a:solidFill>
                  <a:srgbClr val="0A3989"/>
                </a:solidFill>
                <a:latin typeface="Microsoft YaHei"/>
              </a:rPr>
              <a:t>06 / 09</a:t>
            </a:r>
          </a:p>
        </p:txBody>
      </p: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med" p14:dur="699">
        <p:fade/>
      </p:transition>
    </mc:Choice>
    <mc:Fallback>
      <p:transition spd="med">
        <p:fade/>
      </p:transition>
    </mc:Fallback>
  </mc:AlternateContent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rotWithShape="1">
          <a:blip r:embed="rId1"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" name="TextBox 20"/>
          <p:cNvSpPr txBox="1"/>
          <p:nvPr/>
        </p:nvSpPr>
        <p:spPr>
          <a:xfrm>
            <a:off x="560441" y="278788"/>
            <a:ext cx="9962225" cy="553085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/>
          </a:lnRef>
          <a:fillRef idx="1">
            <a:schemeClr val="lt1"/>
          </a:fillRef>
          <a:effectRef idx="0">
            <a:schemeClr val="accent1"/>
          </a:effectRef>
          <a:fontRef idx="minor">
            <a:schemeClr val="dk1"/>
          </a:fontRef>
        </p:style>
        <p:txBody>
          <a:bodyPr wrap="square" rtlCol="0" anchor="t" anchorCtr="0">
            <a:spAutoFit/>
          </a:bodyPr>
          <a:lstStyle>
            <a:defPPr>
              <a:defRPr lang="zh-CN"/>
            </a:defPPr>
            <a:lvl1pPr marL="0" algn="l" defTabSz="914400" rtl="0" eaLnBrk="1" latinLnBrk="0" hangingPunct="1">
              <a:defRPr sz="18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9pPr>
          </a:lstStyle>
          <a:p>
            <a:endParaRPr lang="zh-CN" altLang="en-US" sz="3000" b="1" spc="100" dirty="0">
              <a:solidFill>
                <a:schemeClr val="bg1"/>
              </a:solidFill>
              <a:latin typeface="黑体" panose="02010609060101010101" charset="-122"/>
              <a:ea typeface="黑体" panose="02010609060101010101" charset="-122"/>
              <a:cs typeface="黑体" panose="02010609060101010101" charset="-122"/>
            </a:endParaRPr>
          </a:p>
        </p:txBody>
      </p:sp>
      <p:sp>
        <p:nvSpPr>
          <p:cNvPr id="25" name="五边形 24"/>
          <p:cNvSpPr/>
          <p:nvPr/>
        </p:nvSpPr>
        <p:spPr>
          <a:xfrm rot="10800000">
            <a:off x="9714230" y="0"/>
            <a:ext cx="2477770" cy="982345"/>
          </a:xfrm>
          <a:prstGeom prst="homePlate">
            <a:avLst>
              <a:gd name="adj" fmla="val 35482"/>
            </a:avLst>
          </a:prstGeom>
          <a:solidFill>
            <a:schemeClr val="bg1">
              <a:alpha val="90000"/>
            </a:schemeClr>
          </a:solidFill>
          <a:ln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>
            <a:defPPr>
              <a:defRPr lang="zh-CN"/>
            </a:defPPr>
            <a:lvl1pPr marL="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endParaRPr lang="zh-CN" altLang="en-US">
              <a:ea typeface="微软雅黑" panose="020B0503020204020204" pitchFamily="34" charset="-122"/>
            </a:endParaRPr>
          </a:p>
        </p:txBody>
      </p:sp>
      <p:sp>
        <p:nvSpPr>
          <p:cNvPr id="26" name="TextBox 20"/>
          <p:cNvSpPr txBox="1"/>
          <p:nvPr/>
        </p:nvSpPr>
        <p:spPr>
          <a:xfrm>
            <a:off x="10328910" y="278765"/>
            <a:ext cx="1859915" cy="460375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/>
          </a:lnRef>
          <a:fillRef idx="1">
            <a:schemeClr val="lt1"/>
          </a:fillRef>
          <a:effectRef idx="0">
            <a:schemeClr val="accent1"/>
          </a:effectRef>
          <a:fontRef idx="minor">
            <a:schemeClr val="dk1"/>
          </a:fontRef>
        </p:style>
        <p:txBody>
          <a:bodyPr wrap="square" rtlCol="0" anchor="t" anchorCtr="0">
            <a:spAutoFit/>
          </a:bodyPr>
          <a:lstStyle>
            <a:defPPr>
              <a:defRPr lang="zh-CN"/>
            </a:defPPr>
            <a:lvl1pPr marL="0" algn="l" defTabSz="914400" rtl="0" eaLnBrk="1" latinLnBrk="0" hangingPunct="1">
              <a:defRPr sz="18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9pPr>
          </a:lstStyle>
          <a:p>
            <a:endParaRPr lang="zh-CN" altLang="en-US" sz="2400" b="1" spc="100" dirty="0">
              <a:solidFill>
                <a:srgbClr val="2C489B"/>
              </a:solidFill>
              <a:latin typeface="黑体" panose="02010609060101010101" charset="-122"/>
              <a:ea typeface="黑体" panose="02010609060101010101" charset="-122"/>
            </a:endParaRPr>
          </a:p>
        </p:txBody>
      </p:sp>
      <p:sp>
        <p:nvSpPr>
          <p:cNvPr id="3" name="TextBox 20"/>
          <p:cNvSpPr txBox="1"/>
          <p:nvPr/>
        </p:nvSpPr>
        <p:spPr>
          <a:xfrm>
            <a:off x="702310" y="1519555"/>
            <a:ext cx="10556875" cy="584835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/>
          </a:lnRef>
          <a:fillRef idx="1">
            <a:schemeClr val="lt1"/>
          </a:fillRef>
          <a:effectRef idx="0">
            <a:schemeClr val="accent1"/>
          </a:effectRef>
          <a:fontRef idx="minor">
            <a:schemeClr val="dk1"/>
          </a:fontRef>
        </p:style>
        <p:txBody>
          <a:bodyPr wrap="square" rtlCol="0" anchor="t" anchorCtr="0">
            <a:noAutofit/>
          </a:bodyPr>
          <a:lstStyle>
            <a:defPPr>
              <a:defRPr lang="zh-CN"/>
            </a:defPPr>
            <a:lvl1pPr marL="0" algn="l" defTabSz="914400" rtl="0" eaLnBrk="1" latinLnBrk="0" hangingPunct="1">
              <a:defRPr sz="18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9pPr>
          </a:lstStyle>
          <a:p>
            <a:endParaRPr lang="zh-CN" altLang="en-US" sz="2000" spc="100" dirty="0">
              <a:solidFill>
                <a:schemeClr val="tx1"/>
              </a:solidFill>
              <a:latin typeface="黑体" panose="02010609060101010101" charset="-122"/>
              <a:ea typeface="黑体" panose="02010609060101010101" charset="-122"/>
              <a:cs typeface="黑体" panose="02010609060101010101" charset="-122"/>
            </a:endParaRPr>
          </a:p>
        </p:txBody>
      </p:sp>
      <p:sp>
        <p:nvSpPr>
          <p:cNvPr id="27" name="TextBox 26"/>
          <p:cNvSpPr txBox="1"/>
          <p:nvPr/>
        </p:nvSpPr>
        <p:spPr>
          <a:xfrm>
            <a:off x="347472" y="73152"/>
            <a:ext cx="9966960" cy="438912"/>
          </a:xfrm>
          <a:prstGeom prst="rect">
            <a:avLst/>
          </a:prstGeom>
          <a:noFill/>
        </p:spPr>
        <p:txBody>
          <a:bodyPr wrap="none" lIns="36576" rIns="36576" tIns="36576" bIns="36576" anchor="ctr">
            <a:spAutoFit/>
          </a:bodyPr>
          <a:lstStyle/>
          <a:p>
            <a:pPr algn="l"/>
            <a:r>
              <a:rPr sz="2100" b="1">
                <a:solidFill>
                  <a:srgbClr val="FFFFFF"/>
                </a:solidFill>
                <a:latin typeface="Microsoft YaHei"/>
              </a:rPr>
              <a:t>三、不是演示壳：每条宣传都有运行证据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10561320" y="73152"/>
            <a:ext cx="1188720" cy="438912"/>
          </a:xfrm>
          <a:prstGeom prst="rect">
            <a:avLst/>
          </a:prstGeom>
          <a:noFill/>
        </p:spPr>
        <p:txBody>
          <a:bodyPr wrap="none" lIns="36576" rIns="36576" tIns="36576" bIns="36576" anchor="ctr">
            <a:spAutoFit/>
          </a:bodyPr>
          <a:lstStyle/>
          <a:p>
            <a:pPr algn="ctr"/>
            <a:r>
              <a:rPr sz="1400" b="1">
                <a:solidFill>
                  <a:srgbClr val="0A3989"/>
                </a:solidFill>
                <a:latin typeface="Microsoft YaHei"/>
              </a:rPr>
              <a:t>应用情况</a:t>
            </a:r>
          </a:p>
        </p:txBody>
      </p:sp>
      <p:sp>
        <p:nvSpPr>
          <p:cNvPr id="29" name="Rounded Rectangle 28"/>
          <p:cNvSpPr/>
          <p:nvPr/>
        </p:nvSpPr>
        <p:spPr>
          <a:xfrm>
            <a:off x="685800" y="1024128"/>
            <a:ext cx="2468880" cy="1225296"/>
          </a:xfrm>
          <a:prstGeom prst="roundRect">
            <a:avLst/>
          </a:prstGeom>
          <a:solidFill>
            <a:srgbClr val="EBF3FC"/>
          </a:solidFill>
          <a:ln>
            <a:solidFill>
              <a:srgbClr val="2653A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TextBox 29"/>
          <p:cNvSpPr txBox="1"/>
          <p:nvPr/>
        </p:nvSpPr>
        <p:spPr>
          <a:xfrm>
            <a:off x="777240" y="1170432"/>
            <a:ext cx="2286000" cy="502920"/>
          </a:xfrm>
          <a:prstGeom prst="rect">
            <a:avLst/>
          </a:prstGeom>
          <a:noFill/>
        </p:spPr>
        <p:txBody>
          <a:bodyPr wrap="none" lIns="36576" rIns="36576" tIns="36576" bIns="36576" anchor="ctr">
            <a:spAutoFit/>
          </a:bodyPr>
          <a:lstStyle/>
          <a:p>
            <a:pPr algn="ctr"/>
            <a:r>
              <a:rPr sz="2500" b="1">
                <a:solidFill>
                  <a:srgbClr val="0A3989"/>
                </a:solidFill>
                <a:latin typeface="Microsoft YaHei"/>
              </a:rPr>
              <a:t>219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777240" y="1719072"/>
            <a:ext cx="2286000" cy="292608"/>
          </a:xfrm>
          <a:prstGeom prst="rect">
            <a:avLst/>
          </a:prstGeom>
          <a:noFill/>
        </p:spPr>
        <p:txBody>
          <a:bodyPr wrap="none" lIns="36576" rIns="36576" tIns="36576" bIns="36576" anchor="ctr">
            <a:spAutoFit/>
          </a:bodyPr>
          <a:lstStyle/>
          <a:p>
            <a:pPr algn="ctr"/>
            <a:r>
              <a:rPr sz="1200" b="0">
                <a:solidFill>
                  <a:srgbClr val="5B6978"/>
                </a:solidFill>
                <a:latin typeface="Microsoft YaHei"/>
              </a:rPr>
              <a:t>后端端点</a:t>
            </a:r>
          </a:p>
        </p:txBody>
      </p:sp>
      <p:sp>
        <p:nvSpPr>
          <p:cNvPr id="32" name="Rounded Rectangle 31"/>
          <p:cNvSpPr/>
          <p:nvPr/>
        </p:nvSpPr>
        <p:spPr>
          <a:xfrm>
            <a:off x="3538728" y="1024128"/>
            <a:ext cx="2468880" cy="1225296"/>
          </a:xfrm>
          <a:prstGeom prst="roundRect">
            <a:avLst/>
          </a:prstGeom>
          <a:solidFill>
            <a:srgbClr val="EBF3FC"/>
          </a:solidFill>
          <a:ln>
            <a:solidFill>
              <a:srgbClr val="2653A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TextBox 32"/>
          <p:cNvSpPr txBox="1"/>
          <p:nvPr/>
        </p:nvSpPr>
        <p:spPr>
          <a:xfrm>
            <a:off x="3630168" y="1170432"/>
            <a:ext cx="2286000" cy="502920"/>
          </a:xfrm>
          <a:prstGeom prst="rect">
            <a:avLst/>
          </a:prstGeom>
          <a:noFill/>
        </p:spPr>
        <p:txBody>
          <a:bodyPr wrap="none" lIns="36576" rIns="36576" tIns="36576" bIns="36576" anchor="ctr">
            <a:spAutoFit/>
          </a:bodyPr>
          <a:lstStyle/>
          <a:p>
            <a:pPr algn="ctr"/>
            <a:r>
              <a:rPr sz="2500" b="1">
                <a:solidFill>
                  <a:srgbClr val="0A3989"/>
                </a:solidFill>
                <a:latin typeface="Microsoft YaHei"/>
              </a:rPr>
              <a:t>616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3630168" y="1719072"/>
            <a:ext cx="2286000" cy="292608"/>
          </a:xfrm>
          <a:prstGeom prst="rect">
            <a:avLst/>
          </a:prstGeom>
          <a:noFill/>
        </p:spPr>
        <p:txBody>
          <a:bodyPr wrap="none" lIns="36576" rIns="36576" tIns="36576" bIns="36576" anchor="ctr">
            <a:spAutoFit/>
          </a:bodyPr>
          <a:lstStyle/>
          <a:p>
            <a:pPr algn="ctr"/>
            <a:r>
              <a:rPr sz="1200" b="0">
                <a:solidFill>
                  <a:srgbClr val="5B6978"/>
                </a:solidFill>
                <a:latin typeface="Microsoft YaHei"/>
              </a:rPr>
              <a:t>关键测试</a:t>
            </a:r>
          </a:p>
        </p:txBody>
      </p:sp>
      <p:sp>
        <p:nvSpPr>
          <p:cNvPr id="35" name="Rounded Rectangle 34"/>
          <p:cNvSpPr/>
          <p:nvPr/>
        </p:nvSpPr>
        <p:spPr>
          <a:xfrm>
            <a:off x="6391656" y="1024128"/>
            <a:ext cx="2468880" cy="1225296"/>
          </a:xfrm>
          <a:prstGeom prst="roundRect">
            <a:avLst/>
          </a:prstGeom>
          <a:solidFill>
            <a:srgbClr val="EBF3FC"/>
          </a:solidFill>
          <a:ln>
            <a:solidFill>
              <a:srgbClr val="2653A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" name="TextBox 35"/>
          <p:cNvSpPr txBox="1"/>
          <p:nvPr/>
        </p:nvSpPr>
        <p:spPr>
          <a:xfrm>
            <a:off x="6483096" y="1170432"/>
            <a:ext cx="2286000" cy="502920"/>
          </a:xfrm>
          <a:prstGeom prst="rect">
            <a:avLst/>
          </a:prstGeom>
          <a:noFill/>
        </p:spPr>
        <p:txBody>
          <a:bodyPr wrap="none" lIns="36576" rIns="36576" tIns="36576" bIns="36576" anchor="ctr">
            <a:spAutoFit/>
          </a:bodyPr>
          <a:lstStyle/>
          <a:p>
            <a:pPr algn="ctr"/>
            <a:r>
              <a:rPr sz="2500" b="1">
                <a:solidFill>
                  <a:srgbClr val="0A3989"/>
                </a:solidFill>
                <a:latin typeface="Microsoft YaHei"/>
              </a:rPr>
              <a:t>32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6483096" y="1719072"/>
            <a:ext cx="2286000" cy="292608"/>
          </a:xfrm>
          <a:prstGeom prst="rect">
            <a:avLst/>
          </a:prstGeom>
          <a:noFill/>
        </p:spPr>
        <p:txBody>
          <a:bodyPr wrap="none" lIns="36576" rIns="36576" tIns="36576" bIns="36576" anchor="ctr">
            <a:spAutoFit/>
          </a:bodyPr>
          <a:lstStyle/>
          <a:p>
            <a:pPr algn="ctr"/>
            <a:r>
              <a:rPr sz="1200" b="0">
                <a:solidFill>
                  <a:srgbClr val="5B6978"/>
                </a:solidFill>
                <a:latin typeface="Microsoft YaHei"/>
              </a:rPr>
              <a:t>生产同源 UI</a:t>
            </a:r>
          </a:p>
        </p:txBody>
      </p:sp>
      <p:sp>
        <p:nvSpPr>
          <p:cNvPr id="38" name="Rounded Rectangle 37"/>
          <p:cNvSpPr/>
          <p:nvPr/>
        </p:nvSpPr>
        <p:spPr>
          <a:xfrm>
            <a:off x="9244584" y="1024128"/>
            <a:ext cx="2468880" cy="1225296"/>
          </a:xfrm>
          <a:prstGeom prst="roundRect">
            <a:avLst/>
          </a:prstGeom>
          <a:solidFill>
            <a:srgbClr val="EBF3FC"/>
          </a:solidFill>
          <a:ln>
            <a:solidFill>
              <a:srgbClr val="2653A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9" name="TextBox 38"/>
          <p:cNvSpPr txBox="1"/>
          <p:nvPr/>
        </p:nvSpPr>
        <p:spPr>
          <a:xfrm>
            <a:off x="9336024" y="1170432"/>
            <a:ext cx="2286000" cy="502920"/>
          </a:xfrm>
          <a:prstGeom prst="rect">
            <a:avLst/>
          </a:prstGeom>
          <a:noFill/>
        </p:spPr>
        <p:txBody>
          <a:bodyPr wrap="none" lIns="36576" rIns="36576" tIns="36576" bIns="36576" anchor="ctr">
            <a:spAutoFit/>
          </a:bodyPr>
          <a:lstStyle/>
          <a:p>
            <a:pPr algn="ctr"/>
            <a:r>
              <a:rPr sz="1900" b="1">
                <a:solidFill>
                  <a:srgbClr val="0A3989"/>
                </a:solidFill>
                <a:latin typeface="Microsoft YaHei"/>
              </a:rPr>
              <a:t>93,718B</a:t>
            </a:r>
          </a:p>
        </p:txBody>
      </p:sp>
      <p:sp>
        <p:nvSpPr>
          <p:cNvPr id="40" name="TextBox 39"/>
          <p:cNvSpPr txBox="1"/>
          <p:nvPr/>
        </p:nvSpPr>
        <p:spPr>
          <a:xfrm>
            <a:off x="9336024" y="1719072"/>
            <a:ext cx="2286000" cy="292608"/>
          </a:xfrm>
          <a:prstGeom prst="rect">
            <a:avLst/>
          </a:prstGeom>
          <a:noFill/>
        </p:spPr>
        <p:txBody>
          <a:bodyPr wrap="none" lIns="36576" rIns="36576" tIns="36576" bIns="36576" anchor="ctr">
            <a:spAutoFit/>
          </a:bodyPr>
          <a:lstStyle/>
          <a:p>
            <a:pPr algn="ctr"/>
            <a:r>
              <a:rPr sz="1200" b="0">
                <a:solidFill>
                  <a:srgbClr val="5B6978"/>
                </a:solidFill>
                <a:latin typeface="Microsoft YaHei"/>
              </a:rPr>
              <a:t>首屏 gzip</a:t>
            </a:r>
          </a:p>
        </p:txBody>
      </p:sp>
      <p:sp>
        <p:nvSpPr>
          <p:cNvPr id="41" name="Rounded Rectangle 40"/>
          <p:cNvSpPr/>
          <p:nvPr/>
        </p:nvSpPr>
        <p:spPr>
          <a:xfrm>
            <a:off x="1051560" y="2697480"/>
            <a:ext cx="9738360" cy="530352"/>
          </a:xfrm>
          <a:prstGeom prst="roundRect">
            <a:avLst/>
          </a:prstGeom>
          <a:solidFill>
            <a:srgbClr val="0A3989"/>
          </a:solidFill>
          <a:ln>
            <a:solidFill>
              <a:srgbClr val="0A398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2" name="TextBox 41"/>
          <p:cNvSpPr txBox="1"/>
          <p:nvPr/>
        </p:nvSpPr>
        <p:spPr>
          <a:xfrm>
            <a:off x="1234440" y="2743200"/>
            <a:ext cx="1965960" cy="411480"/>
          </a:xfrm>
          <a:prstGeom prst="rect">
            <a:avLst/>
          </a:prstGeom>
          <a:noFill/>
        </p:spPr>
        <p:txBody>
          <a:bodyPr wrap="none" lIns="36576" rIns="36576" tIns="36576" bIns="36576" anchor="ctr">
            <a:spAutoFit/>
          </a:bodyPr>
          <a:lstStyle/>
          <a:p>
            <a:pPr algn="l"/>
            <a:r>
              <a:rPr sz="1400" b="1">
                <a:solidFill>
                  <a:srgbClr val="FFFFFF"/>
                </a:solidFill>
                <a:latin typeface="Microsoft YaHei"/>
              </a:rPr>
              <a:t>1. 在线模型</a:t>
            </a:r>
          </a:p>
        </p:txBody>
      </p:sp>
      <p:sp>
        <p:nvSpPr>
          <p:cNvPr id="43" name="TextBox 42"/>
          <p:cNvSpPr txBox="1"/>
          <p:nvPr/>
        </p:nvSpPr>
        <p:spPr>
          <a:xfrm>
            <a:off x="2971800" y="2743200"/>
            <a:ext cx="7178040" cy="411480"/>
          </a:xfrm>
          <a:prstGeom prst="rect">
            <a:avLst/>
          </a:prstGeom>
          <a:noFill/>
        </p:spPr>
        <p:txBody>
          <a:bodyPr wrap="none" lIns="36576" rIns="36576" tIns="36576" bIns="36576" anchor="ctr">
            <a:spAutoFit/>
          </a:bodyPr>
          <a:lstStyle/>
          <a:p>
            <a:pPr algn="l"/>
            <a:r>
              <a:rPr sz="1200" b="0">
                <a:solidFill>
                  <a:srgbClr val="FFFFFF"/>
                </a:solidFill>
                <a:latin typeface="Microsoft YaHei"/>
              </a:rPr>
              <a:t>完整 AI 推理 / 多模态 / 流式</a:t>
            </a:r>
          </a:p>
        </p:txBody>
      </p:sp>
      <p:sp>
        <p:nvSpPr>
          <p:cNvPr id="44" name="Rounded Rectangle 43"/>
          <p:cNvSpPr/>
          <p:nvPr/>
        </p:nvSpPr>
        <p:spPr>
          <a:xfrm>
            <a:off x="1371600" y="3410712"/>
            <a:ext cx="9098280" cy="530352"/>
          </a:xfrm>
          <a:prstGeom prst="roundRect">
            <a:avLst/>
          </a:prstGeom>
          <a:solidFill>
            <a:srgbClr val="2653A3"/>
          </a:solidFill>
          <a:ln>
            <a:solidFill>
              <a:srgbClr val="2653A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5" name="TextBox 44"/>
          <p:cNvSpPr txBox="1"/>
          <p:nvPr/>
        </p:nvSpPr>
        <p:spPr>
          <a:xfrm>
            <a:off x="1554480" y="3456432"/>
            <a:ext cx="1965960" cy="411480"/>
          </a:xfrm>
          <a:prstGeom prst="rect">
            <a:avLst/>
          </a:prstGeom>
          <a:noFill/>
        </p:spPr>
        <p:txBody>
          <a:bodyPr wrap="none" lIns="36576" rIns="36576" tIns="36576" bIns="36576" anchor="ctr">
            <a:spAutoFit/>
          </a:bodyPr>
          <a:lstStyle/>
          <a:p>
            <a:pPr algn="l"/>
            <a:r>
              <a:rPr sz="1400" b="1">
                <a:solidFill>
                  <a:srgbClr val="FFFFFF"/>
                </a:solidFill>
                <a:latin typeface="Microsoft YaHei"/>
              </a:rPr>
              <a:t>2. 已保存结果</a:t>
            </a:r>
          </a:p>
        </p:txBody>
      </p:sp>
      <p:sp>
        <p:nvSpPr>
          <p:cNvPr id="46" name="TextBox 45"/>
          <p:cNvSpPr txBox="1"/>
          <p:nvPr/>
        </p:nvSpPr>
        <p:spPr>
          <a:xfrm>
            <a:off x="3291840" y="3456432"/>
            <a:ext cx="6537959" cy="411480"/>
          </a:xfrm>
          <a:prstGeom prst="rect">
            <a:avLst/>
          </a:prstGeom>
          <a:noFill/>
        </p:spPr>
        <p:txBody>
          <a:bodyPr wrap="none" lIns="36576" rIns="36576" tIns="36576" bIns="36576" anchor="ctr">
            <a:spAutoFit/>
          </a:bodyPr>
          <a:lstStyle/>
          <a:p>
            <a:pPr algn="l"/>
            <a:r>
              <a:rPr sz="1200" b="0">
                <a:solidFill>
                  <a:srgbClr val="FFFFFF"/>
                </a:solidFill>
                <a:latin typeface="Microsoft YaHei"/>
              </a:rPr>
              <a:t>超时不覆盖，允许重试</a:t>
            </a:r>
          </a:p>
        </p:txBody>
      </p:sp>
      <p:sp>
        <p:nvSpPr>
          <p:cNvPr id="47" name="Rounded Rectangle 46"/>
          <p:cNvSpPr/>
          <p:nvPr/>
        </p:nvSpPr>
        <p:spPr>
          <a:xfrm>
            <a:off x="1691639" y="4123944"/>
            <a:ext cx="8458200" cy="530352"/>
          </a:xfrm>
          <a:prstGeom prst="roundRect">
            <a:avLst/>
          </a:prstGeom>
          <a:solidFill>
            <a:srgbClr val="B07422"/>
          </a:solidFill>
          <a:ln>
            <a:solidFill>
              <a:srgbClr val="B0742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8" name="TextBox 47"/>
          <p:cNvSpPr txBox="1"/>
          <p:nvPr/>
        </p:nvSpPr>
        <p:spPr>
          <a:xfrm>
            <a:off x="1874519" y="4169663"/>
            <a:ext cx="1965960" cy="411480"/>
          </a:xfrm>
          <a:prstGeom prst="rect">
            <a:avLst/>
          </a:prstGeom>
          <a:noFill/>
        </p:spPr>
        <p:txBody>
          <a:bodyPr wrap="none" lIns="36576" rIns="36576" tIns="36576" bIns="36576" anchor="ctr">
            <a:spAutoFit/>
          </a:bodyPr>
          <a:lstStyle/>
          <a:p>
            <a:pPr algn="l"/>
            <a:r>
              <a:rPr sz="1400" b="1">
                <a:solidFill>
                  <a:srgbClr val="FFFFFF"/>
                </a:solidFill>
                <a:latin typeface="Microsoft YaHei"/>
              </a:rPr>
              <a:t>3. 本地知识与规则</a:t>
            </a:r>
          </a:p>
        </p:txBody>
      </p:sp>
      <p:sp>
        <p:nvSpPr>
          <p:cNvPr id="49" name="TextBox 48"/>
          <p:cNvSpPr txBox="1"/>
          <p:nvPr/>
        </p:nvSpPr>
        <p:spPr>
          <a:xfrm>
            <a:off x="3611880" y="4169663"/>
            <a:ext cx="5897879" cy="411480"/>
          </a:xfrm>
          <a:prstGeom prst="rect">
            <a:avLst/>
          </a:prstGeom>
          <a:noFill/>
        </p:spPr>
        <p:txBody>
          <a:bodyPr wrap="none" lIns="36576" rIns="36576" tIns="36576" bIns="36576" anchor="ctr">
            <a:spAutoFit/>
          </a:bodyPr>
          <a:lstStyle/>
          <a:p>
            <a:pPr algn="l"/>
            <a:r>
              <a:rPr sz="1200" b="0">
                <a:solidFill>
                  <a:srgbClr val="FFFFFF"/>
                </a:solidFill>
                <a:latin typeface="Microsoft YaHei"/>
              </a:rPr>
              <a:t>判分、场景、模板可继续</a:t>
            </a:r>
          </a:p>
        </p:txBody>
      </p:sp>
      <p:sp>
        <p:nvSpPr>
          <p:cNvPr id="50" name="Rounded Rectangle 49"/>
          <p:cNvSpPr/>
          <p:nvPr/>
        </p:nvSpPr>
        <p:spPr>
          <a:xfrm>
            <a:off x="2011679" y="4837176"/>
            <a:ext cx="7818120" cy="530352"/>
          </a:xfrm>
          <a:prstGeom prst="roundRect">
            <a:avLst/>
          </a:prstGeom>
          <a:solidFill>
            <a:srgbClr val="1E7E5B"/>
          </a:solidFill>
          <a:ln>
            <a:solidFill>
              <a:srgbClr val="1E7E5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1" name="TextBox 50"/>
          <p:cNvSpPr txBox="1"/>
          <p:nvPr/>
        </p:nvSpPr>
        <p:spPr>
          <a:xfrm>
            <a:off x="2194560" y="4882896"/>
            <a:ext cx="1965960" cy="411480"/>
          </a:xfrm>
          <a:prstGeom prst="rect">
            <a:avLst/>
          </a:prstGeom>
          <a:noFill/>
        </p:spPr>
        <p:txBody>
          <a:bodyPr wrap="none" lIns="36576" rIns="36576" tIns="36576" bIns="36576" anchor="ctr">
            <a:spAutoFit/>
          </a:bodyPr>
          <a:lstStyle/>
          <a:p>
            <a:pPr algn="l"/>
            <a:r>
              <a:rPr sz="1400" b="1">
                <a:solidFill>
                  <a:srgbClr val="FFFFFF"/>
                </a:solidFill>
                <a:latin typeface="Microsoft YaHei"/>
              </a:rPr>
              <a:t>4. 明确 DEMO</a:t>
            </a:r>
          </a:p>
        </p:txBody>
      </p:sp>
      <p:sp>
        <p:nvSpPr>
          <p:cNvPr id="52" name="TextBox 51"/>
          <p:cNvSpPr txBox="1"/>
          <p:nvPr/>
        </p:nvSpPr>
        <p:spPr>
          <a:xfrm>
            <a:off x="3931920" y="4882896"/>
            <a:ext cx="5257800" cy="411480"/>
          </a:xfrm>
          <a:prstGeom prst="rect">
            <a:avLst/>
          </a:prstGeom>
          <a:noFill/>
        </p:spPr>
        <p:txBody>
          <a:bodyPr wrap="none" lIns="36576" rIns="36576" tIns="36576" bIns="36576" anchor="ctr">
            <a:spAutoFit/>
          </a:bodyPr>
          <a:lstStyle/>
          <a:p>
            <a:pPr algn="l"/>
            <a:r>
              <a:rPr sz="1200" b="0">
                <a:solidFill>
                  <a:srgbClr val="FFFFFF"/>
                </a:solidFill>
                <a:latin typeface="Microsoft YaHei"/>
              </a:rPr>
              <a:t>可演示但不伪装真实成效</a:t>
            </a:r>
          </a:p>
        </p:txBody>
      </p:sp>
      <p:sp>
        <p:nvSpPr>
          <p:cNvPr id="53" name="TextBox 52"/>
          <p:cNvSpPr txBox="1"/>
          <p:nvPr/>
        </p:nvSpPr>
        <p:spPr>
          <a:xfrm>
            <a:off x="457200" y="6473952"/>
            <a:ext cx="7680960" cy="201168"/>
          </a:xfrm>
          <a:prstGeom prst="rect">
            <a:avLst/>
          </a:prstGeom>
          <a:noFill/>
        </p:spPr>
        <p:txBody>
          <a:bodyPr wrap="none" lIns="36576" rIns="36576" tIns="36576" bIns="36576" anchor="ctr">
            <a:spAutoFit/>
          </a:bodyPr>
          <a:lstStyle/>
          <a:p>
            <a:pPr algn="l"/>
            <a:r>
              <a:rPr sz="800" b="0">
                <a:solidFill>
                  <a:srgbClr val="5B6978"/>
                </a:solidFill>
                <a:latin typeface="Microsoft YaHei"/>
              </a:rPr>
              <a:t>诗脉·启明 PoeticRealm AI · 教师可控 / 证据驱动 / 失败可退</a:t>
            </a:r>
          </a:p>
        </p:txBody>
      </p:sp>
      <p:sp>
        <p:nvSpPr>
          <p:cNvPr id="54" name="TextBox 53"/>
          <p:cNvSpPr txBox="1"/>
          <p:nvPr/>
        </p:nvSpPr>
        <p:spPr>
          <a:xfrm>
            <a:off x="10881360" y="6437376"/>
            <a:ext cx="731520" cy="256032"/>
          </a:xfrm>
          <a:prstGeom prst="rect">
            <a:avLst/>
          </a:prstGeom>
          <a:noFill/>
        </p:spPr>
        <p:txBody>
          <a:bodyPr wrap="none" lIns="36576" rIns="36576" tIns="36576" bIns="36576" anchor="ctr">
            <a:spAutoFit/>
          </a:bodyPr>
          <a:lstStyle/>
          <a:p>
            <a:pPr algn="r"/>
            <a:r>
              <a:rPr sz="900" b="1">
                <a:solidFill>
                  <a:srgbClr val="0A3989"/>
                </a:solidFill>
                <a:latin typeface="Microsoft YaHei"/>
              </a:rPr>
              <a:t>07 / 09</a:t>
            </a:r>
          </a:p>
        </p:txBody>
      </p: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med" p14:dur="699">
        <p:fade/>
      </p:transition>
    </mc:Choice>
    <mc:Fallback>
      <p:transition spd="med">
        <p:fade/>
      </p:transition>
    </mc:Fallback>
  </mc:AlternateContent>
  <p:timing>
    <p:tnLst>
      <p:par>
        <p:cTn id="1" dur="indefinite" restart="never" nodeType="tmRoot"/>
      </p:par>
    </p:tnLst>
  </p:timing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rotWithShape="1">
          <a:blip r:embed="rId1"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" name="TextBox 20"/>
          <p:cNvSpPr txBox="1"/>
          <p:nvPr/>
        </p:nvSpPr>
        <p:spPr>
          <a:xfrm>
            <a:off x="560441" y="278788"/>
            <a:ext cx="9962225" cy="553085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/>
          </a:lnRef>
          <a:fillRef idx="1">
            <a:schemeClr val="lt1"/>
          </a:fillRef>
          <a:effectRef idx="0">
            <a:schemeClr val="accent1"/>
          </a:effectRef>
          <a:fontRef idx="minor">
            <a:schemeClr val="dk1"/>
          </a:fontRef>
        </p:style>
        <p:txBody>
          <a:bodyPr wrap="square" rtlCol="0" anchor="t" anchorCtr="0">
            <a:spAutoFit/>
          </a:bodyPr>
          <a:lstStyle>
            <a:defPPr>
              <a:defRPr lang="zh-CN"/>
            </a:defPPr>
            <a:lvl1pPr marL="0" algn="l" defTabSz="914400" rtl="0" eaLnBrk="1" latinLnBrk="0" hangingPunct="1">
              <a:defRPr sz="18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9pPr>
          </a:lstStyle>
          <a:p>
            <a:endParaRPr lang="zh-CN" altLang="en-US" sz="3000" b="1" spc="100" dirty="0">
              <a:solidFill>
                <a:schemeClr val="bg1"/>
              </a:solidFill>
              <a:latin typeface="楷体" charset="0"/>
              <a:ea typeface="楷体" charset="0"/>
              <a:cs typeface="楷体" charset="0"/>
            </a:endParaRPr>
          </a:p>
        </p:txBody>
      </p:sp>
      <p:sp>
        <p:nvSpPr>
          <p:cNvPr id="25" name="五边形 24"/>
          <p:cNvSpPr/>
          <p:nvPr/>
        </p:nvSpPr>
        <p:spPr>
          <a:xfrm rot="10800000">
            <a:off x="9714230" y="0"/>
            <a:ext cx="2477770" cy="982345"/>
          </a:xfrm>
          <a:prstGeom prst="homePlate">
            <a:avLst>
              <a:gd name="adj" fmla="val 35482"/>
            </a:avLst>
          </a:prstGeom>
          <a:solidFill>
            <a:schemeClr val="bg1">
              <a:alpha val="90000"/>
            </a:schemeClr>
          </a:solidFill>
          <a:ln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>
            <a:defPPr>
              <a:defRPr lang="zh-CN"/>
            </a:defPPr>
            <a:lvl1pPr marL="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endParaRPr lang="zh-CN" altLang="en-US">
              <a:ea typeface="微软雅黑" panose="020B0503020204020204" pitchFamily="34" charset="-122"/>
            </a:endParaRPr>
          </a:p>
        </p:txBody>
      </p:sp>
      <p:sp>
        <p:nvSpPr>
          <p:cNvPr id="3" name="TextBox 20"/>
          <p:cNvSpPr txBox="1"/>
          <p:nvPr/>
        </p:nvSpPr>
        <p:spPr>
          <a:xfrm>
            <a:off x="702310" y="1519555"/>
            <a:ext cx="10556875" cy="584835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/>
          </a:lnRef>
          <a:fillRef idx="1">
            <a:schemeClr val="lt1"/>
          </a:fillRef>
          <a:effectRef idx="0">
            <a:schemeClr val="accent1"/>
          </a:effectRef>
          <a:fontRef idx="minor">
            <a:schemeClr val="dk1"/>
          </a:fontRef>
        </p:style>
        <p:txBody>
          <a:bodyPr wrap="square" rtlCol="0" anchor="t" anchorCtr="0">
            <a:noAutofit/>
          </a:bodyPr>
          <a:lstStyle>
            <a:defPPr>
              <a:defRPr lang="zh-CN"/>
            </a:defPPr>
            <a:lvl1pPr marL="0" algn="l" defTabSz="914400" rtl="0" eaLnBrk="1" latinLnBrk="0" hangingPunct="1">
              <a:defRPr sz="18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9pPr>
          </a:lstStyle>
          <a:p>
            <a:endParaRPr lang="zh-CN" altLang="en-US" sz="2000" spc="100" dirty="0">
              <a:solidFill>
                <a:schemeClr val="tx1"/>
              </a:solidFill>
              <a:latin typeface="黑体" panose="02010609060101010101" charset="-122"/>
              <a:ea typeface="黑体" panose="02010609060101010101" charset="-122"/>
              <a:cs typeface="黑体" panose="02010609060101010101" charset="-122"/>
            </a:endParaRPr>
          </a:p>
        </p:txBody>
      </p:sp>
      <p:sp>
        <p:nvSpPr>
          <p:cNvPr id="2" name="TextBox 20"/>
          <p:cNvSpPr txBox="1"/>
          <p:nvPr/>
        </p:nvSpPr>
        <p:spPr>
          <a:xfrm>
            <a:off x="10328910" y="278765"/>
            <a:ext cx="1859915" cy="460375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/>
          </a:lnRef>
          <a:fillRef idx="1">
            <a:schemeClr val="lt1"/>
          </a:fillRef>
          <a:effectRef idx="0">
            <a:schemeClr val="accent1"/>
          </a:effectRef>
          <a:fontRef idx="minor">
            <a:schemeClr val="dk1"/>
          </a:fontRef>
        </p:style>
        <p:txBody>
          <a:bodyPr wrap="square" rtlCol="0" anchor="t" anchorCtr="0">
            <a:spAutoFit/>
          </a:bodyPr>
          <a:lstStyle>
            <a:defPPr>
              <a:defRPr lang="zh-CN"/>
            </a:defPPr>
            <a:lvl1pPr marL="0" algn="l" defTabSz="914400" rtl="0" eaLnBrk="1" latinLnBrk="0" hangingPunct="1">
              <a:defRPr sz="18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9pPr>
          </a:lstStyle>
          <a:p>
            <a:endParaRPr lang="zh-CN" altLang="en-US" sz="2400" b="1" spc="100" dirty="0">
              <a:solidFill>
                <a:srgbClr val="2C489B"/>
              </a:solidFill>
              <a:latin typeface="黑体" panose="02010609060101010101" charset="-122"/>
              <a:ea typeface="黑体" panose="02010609060101010101" charset="-122"/>
            </a:endParaRPr>
          </a:p>
        </p:txBody>
      </p:sp>
      <p:sp>
        <p:nvSpPr>
          <p:cNvPr id="26" name="TextBox 25"/>
          <p:cNvSpPr txBox="1"/>
          <p:nvPr/>
        </p:nvSpPr>
        <p:spPr>
          <a:xfrm>
            <a:off x="347472" y="73152"/>
            <a:ext cx="9966960" cy="438912"/>
          </a:xfrm>
          <a:prstGeom prst="rect">
            <a:avLst/>
          </a:prstGeom>
          <a:noFill/>
        </p:spPr>
        <p:txBody>
          <a:bodyPr wrap="none" lIns="36576" rIns="36576" tIns="36576" bIns="36576" anchor="ctr">
            <a:spAutoFit/>
          </a:bodyPr>
          <a:lstStyle/>
          <a:p>
            <a:pPr algn="l"/>
            <a:r>
              <a:rPr sz="2100" b="1">
                <a:solidFill>
                  <a:srgbClr val="FFFFFF"/>
                </a:solidFill>
                <a:latin typeface="Microsoft YaHei"/>
              </a:rPr>
              <a:t>四、冲击最高奖：已证能力与待补证据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10561320" y="73152"/>
            <a:ext cx="1188720" cy="438912"/>
          </a:xfrm>
          <a:prstGeom prst="rect">
            <a:avLst/>
          </a:prstGeom>
          <a:noFill/>
        </p:spPr>
        <p:txBody>
          <a:bodyPr wrap="none" lIns="36576" rIns="36576" tIns="36576" bIns="36576" anchor="ctr">
            <a:spAutoFit/>
          </a:bodyPr>
          <a:lstStyle/>
          <a:p>
            <a:pPr algn="ctr"/>
            <a:r>
              <a:rPr sz="1400" b="1">
                <a:solidFill>
                  <a:srgbClr val="0A3989"/>
                </a:solidFill>
                <a:latin typeface="Microsoft YaHei"/>
              </a:rPr>
              <a:t>应用情况</a:t>
            </a:r>
          </a:p>
        </p:txBody>
      </p:sp>
      <p:sp>
        <p:nvSpPr>
          <p:cNvPr id="28" name="Rounded Rectangle 27"/>
          <p:cNvSpPr/>
          <p:nvPr/>
        </p:nvSpPr>
        <p:spPr>
          <a:xfrm>
            <a:off x="777240" y="1024128"/>
            <a:ext cx="5257800" cy="4526280"/>
          </a:xfrm>
          <a:prstGeom prst="roundRect">
            <a:avLst/>
          </a:prstGeom>
          <a:solidFill>
            <a:srgbClr val="EFF9F5"/>
          </a:solidFill>
          <a:ln>
            <a:solidFill>
              <a:srgbClr val="1E7E5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Rounded Rectangle 28"/>
          <p:cNvSpPr/>
          <p:nvPr/>
        </p:nvSpPr>
        <p:spPr>
          <a:xfrm>
            <a:off x="6199632" y="1024128"/>
            <a:ext cx="5257800" cy="4526280"/>
          </a:xfrm>
          <a:prstGeom prst="roundRect">
            <a:avLst/>
          </a:prstGeom>
          <a:solidFill>
            <a:srgbClr val="FFF8EB"/>
          </a:solidFill>
          <a:ln>
            <a:solidFill>
              <a:srgbClr val="B5701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TextBox 29"/>
          <p:cNvSpPr txBox="1"/>
          <p:nvPr/>
        </p:nvSpPr>
        <p:spPr>
          <a:xfrm>
            <a:off x="1005840" y="1261872"/>
            <a:ext cx="4754880" cy="475488"/>
          </a:xfrm>
          <a:prstGeom prst="rect">
            <a:avLst/>
          </a:prstGeom>
          <a:noFill/>
        </p:spPr>
        <p:txBody>
          <a:bodyPr wrap="none" lIns="36576" rIns="36576" tIns="36576" bIns="36576" anchor="ctr">
            <a:spAutoFit/>
          </a:bodyPr>
          <a:lstStyle/>
          <a:p>
            <a:pPr algn="ctr"/>
            <a:r>
              <a:rPr sz="2300" b="1">
                <a:solidFill>
                  <a:srgbClr val="1E7E5B"/>
                </a:solidFill>
                <a:latin typeface="Microsoft YaHei"/>
              </a:rPr>
              <a:t>已证 / 可复核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6428232" y="1261872"/>
            <a:ext cx="4754880" cy="475488"/>
          </a:xfrm>
          <a:prstGeom prst="rect">
            <a:avLst/>
          </a:prstGeom>
          <a:noFill/>
        </p:spPr>
        <p:txBody>
          <a:bodyPr wrap="none" lIns="36576" rIns="36576" tIns="36576" bIns="36576" anchor="ctr">
            <a:spAutoFit/>
          </a:bodyPr>
          <a:lstStyle/>
          <a:p>
            <a:pPr algn="ctr"/>
            <a:r>
              <a:rPr sz="2300" b="1">
                <a:solidFill>
                  <a:srgbClr val="B57018"/>
                </a:solidFill>
                <a:latin typeface="Microsoft YaHei"/>
              </a:rPr>
              <a:t>待补 / 决定上限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1170432" y="1874519"/>
            <a:ext cx="4434840" cy="2971800"/>
          </a:xfrm>
          <a:prstGeom prst="rect">
            <a:avLst/>
          </a:prstGeom>
          <a:noFill/>
        </p:spPr>
        <p:txBody>
          <a:bodyPr wrap="none" lIns="36576" rIns="36576" tIns="36576" bIns="36576" anchor="t">
            <a:spAutoFit/>
          </a:bodyPr>
          <a:lstStyle/>
          <a:p>
            <a:pPr algn="l"/>
            <a:r>
              <a:rPr sz="1600" b="0">
                <a:solidFill>
                  <a:srgbClr val="1F2A37"/>
                </a:solidFill>
                <a:latin typeface="Microsoft YaHei"/>
              </a:rPr>
              <a:t>✓ 生产构建与完整教学闭环
✓ 209/218 API 契约全部匹配
✓ 217 HTTP + 1 WebSocket 分层验证
✓ 关键范围行覆盖率 97.51%
✓ 桌面/移动 32 组回归
✓ 隐私、安全、开源与降级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6583680" y="1874519"/>
            <a:ext cx="4434840" cy="2971800"/>
          </a:xfrm>
          <a:prstGeom prst="rect">
            <a:avLst/>
          </a:prstGeom>
          <a:noFill/>
        </p:spPr>
        <p:txBody>
          <a:bodyPr wrap="none" lIns="36576" rIns="36576" tIns="36576" bIns="36576" anchor="t">
            <a:spAutoFit/>
          </a:bodyPr>
          <a:lstStyle/>
          <a:p>
            <a:pPr algn="l"/>
            <a:r>
              <a:rPr sz="1600" b="0">
                <a:solidFill>
                  <a:srgbClr val="1F2A37"/>
                </a:solidFill>
                <a:latin typeface="Microsoft YaHei"/>
              </a:rPr>
              <a:t>□ 2–3 个真实班级/教师试点
□ 匿名问题基线与前后测
□ 教师节省时间与任务完成率
□ 可授权的教师访谈原话
□ 专业语文教师内容验收
□ 第三方电脑离线双彩排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1143000" y="5788152"/>
            <a:ext cx="9921240" cy="384048"/>
          </a:xfrm>
          <a:prstGeom prst="rect">
            <a:avLst/>
          </a:prstGeom>
          <a:noFill/>
        </p:spPr>
        <p:txBody>
          <a:bodyPr wrap="none" lIns="36576" rIns="36576" tIns="36576" bIns="36576" anchor="ctr">
            <a:spAutoFit/>
          </a:bodyPr>
          <a:lstStyle/>
          <a:p>
            <a:pPr algn="ctr"/>
            <a:r>
              <a:rPr sz="1700" b="1">
                <a:solidFill>
                  <a:srgbClr val="B13939"/>
                </a:solidFill>
                <a:latin typeface="Microsoft YaHei"/>
              </a:rPr>
              <a:t>不虚构用户数、提分率或学校案例，是进入最高奖竞争的底线，不是减分项。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457200" y="6473952"/>
            <a:ext cx="7680960" cy="201168"/>
          </a:xfrm>
          <a:prstGeom prst="rect">
            <a:avLst/>
          </a:prstGeom>
          <a:noFill/>
        </p:spPr>
        <p:txBody>
          <a:bodyPr wrap="none" lIns="36576" rIns="36576" tIns="36576" bIns="36576" anchor="ctr">
            <a:spAutoFit/>
          </a:bodyPr>
          <a:lstStyle/>
          <a:p>
            <a:pPr algn="l"/>
            <a:r>
              <a:rPr sz="800" b="0">
                <a:solidFill>
                  <a:srgbClr val="5B6978"/>
                </a:solidFill>
                <a:latin typeface="Microsoft YaHei"/>
              </a:rPr>
              <a:t>诗脉·启明 PoeticRealm AI · 教师可控 / 证据驱动 / 失败可退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10881360" y="6437376"/>
            <a:ext cx="731520" cy="256032"/>
          </a:xfrm>
          <a:prstGeom prst="rect">
            <a:avLst/>
          </a:prstGeom>
          <a:noFill/>
        </p:spPr>
        <p:txBody>
          <a:bodyPr wrap="none" lIns="36576" rIns="36576" tIns="36576" bIns="36576" anchor="ctr">
            <a:spAutoFit/>
          </a:bodyPr>
          <a:lstStyle/>
          <a:p>
            <a:pPr algn="r"/>
            <a:r>
              <a:rPr sz="900" b="1">
                <a:solidFill>
                  <a:srgbClr val="0A3989"/>
                </a:solidFill>
                <a:latin typeface="Microsoft YaHei"/>
              </a:rPr>
              <a:t>08 / 09</a:t>
            </a:r>
          </a:p>
        </p:txBody>
      </p: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med" p14:dur="699">
        <p:fade/>
      </p:transition>
    </mc:Choice>
    <mc:Fallback>
      <p:transition spd="med">
        <p:fade/>
      </p:transition>
    </mc:Fallback>
  </mc:AlternateContent>
  <p:timing>
    <p:tnLst>
      <p:par>
        <p:cTn id="1" dur="indefinite" restart="never" nodeType="tmRoot"/>
      </p:par>
    </p:tnLst>
  </p:timing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1">
          <a:blip r:embed="rId1"/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文本占位符 5"/>
          <p:cNvSpPr>
            <a:spLocks noGrp="1"/>
          </p:cNvSpPr>
          <p:nvPr>
            <p:ph type="body" idx="13"/>
          </p:nvPr>
        </p:nvSpPr>
        <p:spPr>
          <a:xfrm>
            <a:off x="4960773" y="2474136"/>
            <a:ext cx="5633085" cy="1651635"/>
          </a:xfrm>
        </p:spPr>
        <p:txBody>
          <a:bodyPr>
            <a:normAutofit/>
          </a:bodyPr>
          <a:lstStyle/>
          <a:p>
            <a:pPr marL="0" indent="0">
              <a:buNone/>
            </a:pPr>
            <a:endParaRPr lang="zh-CN" altLang="en-US" sz="7200" b="1" spc="100" dirty="0">
              <a:solidFill>
                <a:schemeClr val="bg1"/>
              </a:solidFill>
              <a:latin typeface="楷体" charset="0"/>
              <a:ea typeface="楷体" charset="0"/>
            </a:endParaRPr>
          </a:p>
        </p:txBody>
      </p:sp>
      <p:sp>
        <p:nvSpPr>
          <p:cNvPr id="7" name="TextBox 6"/>
          <p:cNvSpPr txBox="1"/>
          <p:nvPr/>
        </p:nvSpPr>
        <p:spPr>
          <a:xfrm>
            <a:off x="1920240" y="2057400"/>
            <a:ext cx="8366760" cy="594360"/>
          </a:xfrm>
          <a:prstGeom prst="rect">
            <a:avLst/>
          </a:prstGeom>
          <a:noFill/>
        </p:spPr>
        <p:txBody>
          <a:bodyPr wrap="none" lIns="36576" rIns="36576" tIns="36576" bIns="36576" anchor="ctr">
            <a:spAutoFit/>
          </a:bodyPr>
          <a:lstStyle/>
          <a:p>
            <a:pPr algn="ctr"/>
            <a:r>
              <a:rPr sz="3100" b="1">
                <a:solidFill>
                  <a:srgbClr val="FFFFFF"/>
                </a:solidFill>
                <a:latin typeface="Microsoft YaHei"/>
              </a:rPr>
              <a:t>让 AI 不替代教师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965960" y="2788920"/>
            <a:ext cx="8275320" cy="960120"/>
          </a:xfrm>
          <a:prstGeom prst="rect">
            <a:avLst/>
          </a:prstGeom>
          <a:noFill/>
        </p:spPr>
        <p:txBody>
          <a:bodyPr wrap="none" lIns="36576" rIns="36576" tIns="36576" bIns="36576" anchor="ctr">
            <a:spAutoFit/>
          </a:bodyPr>
          <a:lstStyle/>
          <a:p>
            <a:pPr algn="ctr"/>
            <a:r>
              <a:rPr sz="2100" b="0">
                <a:solidFill>
                  <a:srgbClr val="FFFFFF"/>
                </a:solidFill>
                <a:latin typeface="Microsoft YaHei"/>
              </a:rPr>
              <a:t>而是让每一次教学决策更有证据
让每一个学生的困难更早被看见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4114800" y="4160520"/>
            <a:ext cx="3977639" cy="566928"/>
          </a:xfrm>
          <a:prstGeom prst="roundRect">
            <a:avLst/>
          </a:prstGeom>
          <a:solidFill>
            <a:srgbClr val="B07422"/>
          </a:solidFill>
          <a:ln>
            <a:solidFill>
              <a:srgbClr val="B0742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4160520" y="4224528"/>
            <a:ext cx="3886200" cy="420624"/>
          </a:xfrm>
          <a:prstGeom prst="rect">
            <a:avLst/>
          </a:prstGeom>
          <a:noFill/>
        </p:spPr>
        <p:txBody>
          <a:bodyPr wrap="none" lIns="36576" rIns="36576" tIns="36576" bIns="36576" anchor="ctr">
            <a:spAutoFit/>
          </a:bodyPr>
          <a:lstStyle/>
          <a:p>
            <a:pPr algn="ctr"/>
            <a:r>
              <a:rPr sz="1700" b="1">
                <a:solidFill>
                  <a:srgbClr val="FFFFFF"/>
                </a:solidFill>
                <a:latin typeface="Microsoft YaHei"/>
              </a:rPr>
              <a:t>谢谢 · 欢迎审查与验证</a:t>
            </a:r>
          </a:p>
        </p:txBody>
      </p: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med" p14:dur="699">
        <p:fade/>
      </p:transition>
    </mc:Choice>
    <mc:Fallback>
      <p:transition spd="med">
        <p:fade/>
      </p:transition>
    </mc:Fallback>
  </mc:AlternateContent>
  <p:timing>
    <p:tnLst>
      <p:par>
        <p:cTn id="1" dur="indefinite" restart="never" nodeType="tmRoot"/>
      </p:par>
    </p:tnLst>
  </p:timing>
</p:sld>
</file>

<file path=ppt/tags/tag1.xml><?xml version="1.0" encoding="utf-8"?>
<p:tagLst xmlns:p="http://schemas.openxmlformats.org/presentationml/2006/main">
  <p:tag name="KSO_WM_DIAGRAM_VIRTUALLY_FRAME" val="{&quot;height&quot;:377.43141732283465,&quot;left&quot;:327.4066141732284,&quot;top&quot;:124.45,&quot;width&quot;:673.6370078740158}"/>
</p:tagLst>
</file>

<file path=ppt/tags/tag2.xml><?xml version="1.0" encoding="utf-8"?>
<p:tagLst xmlns:p="http://schemas.openxmlformats.org/presentationml/2006/main">
  <p:tag name="KSO_WM_DIAGRAM_VIRTUALLY_FRAME" val="{&quot;height&quot;:377.43141732283465,&quot;left&quot;:327.4066141732284,&quot;top&quot;:124.45,&quot;width&quot;:673.6370078740158}"/>
</p:tagLst>
</file>

<file path=ppt/tags/tag3.xml><?xml version="1.0" encoding="utf-8"?>
<p:tagLst xmlns:p="http://schemas.openxmlformats.org/presentationml/2006/main">
  <p:tag name="KSO_WM_DIAGRAM_VIRTUALLY_FRAME" val="{&quot;height&quot;:377.43141732283465,&quot;left&quot;:327.4066141732284,&quot;top&quot;:124.45,&quot;width&quot;:673.6370078740158}"/>
</p:tagLst>
</file>

<file path=ppt/tags/tag4.xml><?xml version="1.0" encoding="utf-8"?>
<p:tagLst xmlns:p="http://schemas.openxmlformats.org/presentationml/2006/main">
  <p:tag name="KSO_WM_DIAGRAM_VIRTUALLY_FRAME" val="{&quot;height&quot;:377.43141732283465,&quot;left&quot;:327.4066141732284,&quot;top&quot;:124.45,&quot;width&quot;:673.6370078740158}"/>
</p:tagLst>
</file>

<file path=ppt/tags/tag5.xml><?xml version="1.0" encoding="utf-8"?>
<p:tagLst xmlns:p="http://schemas.openxmlformats.org/presentationml/2006/main">
  <p:tag name="KSO_WM_DIAGRAM_VIRTUALLY_FRAME" val="{&quot;height&quot;:377.43141732283465,&quot;left&quot;:327.4066141732284,&quot;top&quot;:124.45,&quot;width&quot;:673.6370078740158}"/>
</p:tagLst>
</file>

<file path=ppt/tags/tag6.xml><?xml version="1.0" encoding="utf-8"?>
<p:tagLst xmlns:p="http://schemas.openxmlformats.org/presentationml/2006/main">
  <p:tag name="KSO_WM_DIAGRAM_VIRTUALLY_FRAME" val="{&quot;height&quot;:377.43141732283465,&quot;left&quot;:327.4066141732284,&quot;top&quot;:124.45,&quot;width&quot;:673.6370078740158}"/>
</p:tagLst>
</file>

<file path=ppt/tags/tag7.xml><?xml version="1.0" encoding="utf-8"?>
<p:tagLst xmlns:p="http://schemas.openxmlformats.org/presentationml/2006/main">
  <p:tag name="KSO_WM_DIAGRAM_VIRTUALLY_FRAME" val="{&quot;height&quot;:377.43141732283465,&quot;left&quot;:327.4066141732284,&quot;top&quot;:124.45,&quot;width&quot;:673.6370078740158}"/>
</p:tagLst>
</file>

<file path=ppt/tags/tag8.xml><?xml version="1.0" encoding="utf-8"?>
<p:tagLst xmlns:p="http://schemas.openxmlformats.org/presentationml/2006/main">
  <p:tag name="KSO_WM_DIAGRAM_VIRTUALLY_FRAME" val="{&quot;height&quot;:377.43141732283465,&quot;left&quot;:327.4066141732284,&quot;top&quot;:124.45,&quot;width&quot;:673.6370078740158}"/>
</p:tagLst>
</file>

<file path=ppt/tags/tag9.xml><?xml version="1.0" encoding="utf-8"?>
<p:tagLst xmlns:p="http://schemas.openxmlformats.org/presentationml/2006/main">
  <p:tag name="KSO_WM_DIAGRAM_VIRTUALLY_FRAME" val="{&quot;height&quot;:377.43141732283465,&quot;left&quot;:327.4066141732284,&quot;top&quot;:124.45,&quot;width&quot;:673.6370078740158}"/>
</p:tagLst>
</file>

<file path=ppt/tags/tag10.xml><?xml version="1.0" encoding="utf-8"?>
<p:tagLst xmlns:p="http://schemas.openxmlformats.org/presentationml/2006/main">
  <p:tag name="KSO_WM_DIAGRAM_VIRTUALLY_FRAME" val="{&quot;height&quot;:377.43141732283465,&quot;left&quot;:327.4066141732284,&quot;top&quot;:124.45,&quot;width&quot;:673.6370078740158}"/>
</p:tagLst>
</file>

<file path=ppt/tags/tag11.xml><?xml version="1.0" encoding="utf-8"?>
<p:tagLst xmlns:p="http://schemas.openxmlformats.org/presentationml/2006/main">
  <p:tag name="KSO_WM_DIAGRAM_VIRTUALLY_FRAME" val="{&quot;height&quot;:377.43141732283465,&quot;left&quot;:327.4066141732284,&quot;top&quot;:124.45,&quot;width&quot;:673.6370078740158}"/>
</p:tagLst>
</file>

<file path=ppt/tags/tag12.xml><?xml version="1.0" encoding="utf-8"?>
<p:tagLst xmlns:p="http://schemas.openxmlformats.org/presentationml/2006/main">
  <p:tag name="KSO_WM_DIAGRAM_VIRTUALLY_FRAME" val="{&quot;height&quot;:377.43141732283465,&quot;left&quot;:327.4066141732284,&quot;top&quot;:124.45,&quot;width&quot;:673.6370078740158}"/>
</p:tagLst>
</file>

<file path=ppt/tags/tag13.xml><?xml version="1.0" encoding="utf-8"?>
<p:tagLst xmlns:p="http://schemas.openxmlformats.org/presentationml/2006/main">
  <p:tag name="KSO_WM_DIAGRAM_VIRTUALLY_FRAME" val="{&quot;height&quot;:377.43141732283465,&quot;left&quot;:327.4066141732284,&quot;top&quot;:124.45,&quot;width&quot;:673.6370078740158}"/>
</p:tagLst>
</file>

<file path=ppt/tags/tag14.xml><?xml version="1.0" encoding="utf-8"?>
<p:tagLst xmlns:p="http://schemas.openxmlformats.org/presentationml/2006/main">
  <p:tag name="KSO_WM_DIAGRAM_VIRTUALLY_FRAME" val="{&quot;height&quot;:377.43141732283465,&quot;left&quot;:327.4066141732284,&quot;top&quot;:124.45,&quot;width&quot;:673.6370078740158}"/>
</p:tagLst>
</file>

<file path=ppt/tags/tag15.xml><?xml version="1.0" encoding="utf-8"?>
<p:tagLst xmlns:p="http://schemas.openxmlformats.org/presentationml/2006/main">
  <p:tag name="KSO_WM_DIAGRAM_VIRTUALLY_FRAME" val="{&quot;height&quot;:377.43141732283465,&quot;left&quot;:327.4066141732284,&quot;top&quot;:124.45,&quot;width&quot;:673.6370078740158}"/>
</p:tagLst>
</file>

<file path=ppt/tags/tag16.xml><?xml version="1.0" encoding="utf-8"?>
<p:tagLst xmlns:p="http://schemas.openxmlformats.org/presentationml/2006/main">
  <p:tag name="KSO_WM_DIAGRAM_VIRTUALLY_FRAME" val="{&quot;height&quot;:377.43141732283465,&quot;left&quot;:327.4066141732284,&quot;top&quot;:124.45,&quot;width&quot;:673.6370078740158}"/>
</p:tagLst>
</file>

<file path=ppt/tags/tag17.xml><?xml version="1.0" encoding="utf-8"?>
<p:tagLst xmlns:p="http://schemas.openxmlformats.org/presentationml/2006/main">
  <p:tag name="KSO_WM_DIAGRAM_VIRTUALLY_FRAME" val="{&quot;height&quot;:377.43141732283465,&quot;left&quot;:327.4066141732284,&quot;top&quot;:124.45,&quot;width&quot;:673.6370078740158}"/>
</p:tagLst>
</file>

<file path=ppt/tags/tag18.xml><?xml version="1.0" encoding="utf-8"?>
<p:tagLst xmlns:p="http://schemas.openxmlformats.org/presentationml/2006/main">
  <p:tag name="KSO_WM_DIAGRAM_VIRTUALLY_FRAME" val="{&quot;height&quot;:377.43141732283465,&quot;left&quot;:327.4066141732284,&quot;top&quot;:124.45,&quot;width&quot;:673.6370078740158}"/>
</p:tagLst>
</file>

<file path=ppt/tags/tag19.xml><?xml version="1.0" encoding="utf-8"?>
<p:tagLst xmlns:p="http://schemas.openxmlformats.org/presentationml/2006/main">
  <p:tag name="KSO_WM_DIAGRAM_VIRTUALLY_FRAME" val="{&quot;height&quot;:377.43141732283465,&quot;left&quot;:327.4066141732284,&quot;top&quot;:124.45,&quot;width&quot;:673.6370078740158}"/>
</p:tagLst>
</file>

<file path=ppt/tags/tag20.xml><?xml version="1.0" encoding="utf-8"?>
<p:tagLst xmlns:p="http://schemas.openxmlformats.org/presentationml/2006/main">
  <p:tag name="KSO_WM_DIAGRAM_VIRTUALLY_FRAME" val="{&quot;height&quot;:377.43141732283465,&quot;left&quot;:327.4066141732284,&quot;top&quot;:124.45,&quot;width&quot;:673.6370078740158}"/>
</p:tagLst>
</file>

<file path=ppt/tags/tag21.xml><?xml version="1.0" encoding="utf-8"?>
<p:tagLst xmlns:p="http://schemas.openxmlformats.org/presentationml/2006/main">
  <p:tag name="KSO_WM_DIAGRAM_VIRTUALLY_FRAME" val="{&quot;height&quot;:377.43141732283465,&quot;left&quot;:327.4066141732284,&quot;top&quot;:124.45,&quot;width&quot;:673.6370078740158}"/>
</p:tagLst>
</file>

<file path=ppt/tags/tag22.xml><?xml version="1.0" encoding="utf-8"?>
<p:tagLst xmlns:p="http://schemas.openxmlformats.org/presentationml/2006/main">
  <p:tag name="KSO_WM_DIAGRAM_VIRTUALLY_FRAME" val="{&quot;height&quot;:377.43141732283465,&quot;left&quot;:327.4066141732284,&quot;top&quot;:124.45,&quot;width&quot;:673.6370078740158}"/>
</p:tagLst>
</file>

<file path=ppt/tags/tag23.xml><?xml version="1.0" encoding="utf-8"?>
<p:tagLst xmlns:p="http://schemas.openxmlformats.org/presentationml/2006/main">
  <p:tag name="KSO_WM_DIAGRAM_VIRTUALLY_FRAME" val="{&quot;height&quot;:377.43141732283465,&quot;left&quot;:327.4066141732284,&quot;top&quot;:124.45,&quot;width&quot;:673.6370078740158}"/>
</p:tagLst>
</file>

<file path=ppt/tags/tag24.xml><?xml version="1.0" encoding="utf-8"?>
<p:tagLst xmlns:p="http://schemas.openxmlformats.org/presentationml/2006/main">
  <p:tag name="KSO_WM_DIAGRAM_VIRTUALLY_FRAME" val="{&quot;height&quot;:377.43141732283465,&quot;left&quot;:327.4066141732284,&quot;top&quot;:124.45,&quot;width&quot;:673.6370078740158}"/>
</p:tagLst>
</file>

<file path=ppt/tags/tag25.xml><?xml version="1.0" encoding="utf-8"?>
<p:tagLst xmlns:p="http://schemas.openxmlformats.org/presentationml/2006/main">
  <p:tag name="KSO_WM_DIAGRAM_VIRTUALLY_FRAME" val="{&quot;height&quot;:377.43141732283465,&quot;left&quot;:327.4066141732284,&quot;top&quot;:124.45,&quot;width&quot;:673.6370078740158}"/>
</p:tagLst>
</file>

<file path=ppt/tags/tag26.xml><?xml version="1.0" encoding="utf-8"?>
<p:tagLst xmlns:p="http://schemas.openxmlformats.org/presentationml/2006/main">
  <p:tag name="KSO_WM_DIAGRAM_VIRTUALLY_FRAME" val="{&quot;height&quot;:377.43141732283465,&quot;left&quot;:327.4066141732284,&quot;top&quot;:124.45,&quot;width&quot;:673.6370078740158}"/>
</p:tagLst>
</file>

<file path=ppt/tags/tag27.xml><?xml version="1.0" encoding="utf-8"?>
<p:tagLst xmlns:p="http://schemas.openxmlformats.org/presentationml/2006/main">
  <p:tag name="KSO_WM_DIAGRAM_VIRTUALLY_FRAME" val="{&quot;height&quot;:377.43141732283465,&quot;left&quot;:327.4066141732284,&quot;top&quot;:124.45,&quot;width&quot;:673.6370078740158}"/>
</p:tagLst>
</file>

<file path=ppt/tags/tag28.xml><?xml version="1.0" encoding="utf-8"?>
<p:tagLst xmlns:p="http://schemas.openxmlformats.org/presentationml/2006/main">
  <p:tag name="KSO_WM_DIAGRAM_VIRTUALLY_FRAME" val="{&quot;height&quot;:377.43141732283465,&quot;left&quot;:327.4066141732284,&quot;top&quot;:124.45,&quot;width&quot;:673.6370078740158}"/>
</p:tagLst>
</file>

<file path=ppt/tags/tag29.xml><?xml version="1.0" encoding="utf-8"?>
<p:tagLst xmlns:p="http://schemas.openxmlformats.org/presentationml/2006/main">
  <p:tag name="KSO_WM_DIAGRAM_VIRTUALLY_FRAME" val="{&quot;height&quot;:377.43141732283465,&quot;left&quot;:327.4066141732284,&quot;top&quot;:124.45,&quot;width&quot;:673.6370078740158}"/>
</p:tagLst>
</file>

<file path=ppt/tags/tag30.xml><?xml version="1.0" encoding="utf-8"?>
<p:tagLst xmlns:p="http://schemas.openxmlformats.org/presentationml/2006/main">
  <p:tag name="KSO_WM_DIAGRAM_VIRTUALLY_FRAME" val="{&quot;height&quot;:377.43141732283465,&quot;left&quot;:327.4066141732284,&quot;top&quot;:124.45,&quot;width&quot;:673.6370078740158}"/>
</p:tagLst>
</file>

<file path=ppt/tags/tag31.xml><?xml version="1.0" encoding="utf-8"?>
<p:tagLst xmlns:p="http://schemas.openxmlformats.org/presentationml/2006/main">
  <p:tag name="KSO_WM_DIAGRAM_VIRTUALLY_FRAME" val="{&quot;height&quot;:377.43141732283465,&quot;left&quot;:327.4066141732284,&quot;top&quot;:124.45,&quot;width&quot;:673.6370078740158}"/>
</p:tagLst>
</file>

<file path=ppt/tags/tag32.xml><?xml version="1.0" encoding="utf-8"?>
<p:tagLst xmlns:p="http://schemas.openxmlformats.org/presentationml/2006/main">
  <p:tag name="KSO_WM_DIAGRAM_VIRTUALLY_FRAME" val="{&quot;height&quot;:377.43141732283465,&quot;left&quot;:327.4066141732284,&quot;top&quot;:124.45,&quot;width&quot;:673.6370078740158}"/>
</p:tagLst>
</file>

<file path=ppt/tags/tag33.xml><?xml version="1.0" encoding="utf-8"?>
<p:tagLst xmlns:p="http://schemas.openxmlformats.org/presentationml/2006/main">
  <p:tag name="KSO_WM_DIAGRAM_VIRTUALLY_FRAME" val="{&quot;height&quot;:377.43141732283465,&quot;left&quot;:327.4066141732284,&quot;top&quot;:124.45,&quot;width&quot;:673.6370078740158}"/>
</p:tagLst>
</file>

<file path=ppt/tags/tag34.xml><?xml version="1.0" encoding="utf-8"?>
<p:tagLst xmlns:p="http://schemas.openxmlformats.org/presentationml/2006/main">
  <p:tag name="KSO_WM_DIAGRAM_VIRTUALLY_FRAME" val="{&quot;height&quot;:377.43141732283465,&quot;left&quot;:327.4066141732284,&quot;top&quot;:124.45,&quot;width&quot;:673.6370078740158}"/>
</p:tagLst>
</file>

<file path=ppt/tags/tag35.xml><?xml version="1.0" encoding="utf-8"?>
<p:tagLst xmlns:p="http://schemas.openxmlformats.org/presentationml/2006/main">
  <p:tag name="KSO_WM_DIAGRAM_VIRTUALLY_FRAME" val="{&quot;height&quot;:377.43141732283465,&quot;left&quot;:327.4066141732284,&quot;top&quot;:124.45,&quot;width&quot;:673.6370078740158}"/>
</p:tagLst>
</file>

<file path=ppt/tags/tag36.xml><?xml version="1.0" encoding="utf-8"?>
<p:tagLst xmlns:p="http://schemas.openxmlformats.org/presentationml/2006/main">
  <p:tag name="KSO_WM_DIAGRAM_VIRTUALLY_FRAME" val="{&quot;height&quot;:377.43141732283465,&quot;left&quot;:327.4066141732284,&quot;top&quot;:124.45,&quot;width&quot;:673.6370078740158}"/>
</p:tagLst>
</file>

<file path=ppt/tags/tag37.xml><?xml version="1.0" encoding="utf-8"?>
<p:tagLst xmlns:p="http://schemas.openxmlformats.org/presentationml/2006/main">
  <p:tag name="KSO_WM_DIAGRAM_VIRTUALLY_FRAME" val="{&quot;height&quot;:377.43141732283465,&quot;left&quot;:327.4066141732284,&quot;top&quot;:124.45,&quot;width&quot;:673.6370078740158}"/>
</p:tagLst>
</file>

<file path=ppt/tags/tag38.xml><?xml version="1.0" encoding="utf-8"?>
<p:tagLst xmlns:p="http://schemas.openxmlformats.org/presentationml/2006/main">
  <p:tag name="KSO_WM_DIAGRAM_VIRTUALLY_FRAME" val="{&quot;height&quot;:377.43141732283465,&quot;left&quot;:327.4066141732284,&quot;top&quot;:124.45,&quot;width&quot;:673.6370078740158}"/>
</p:tagLst>
</file>

<file path=ppt/tags/tag39.xml><?xml version="1.0" encoding="utf-8"?>
<p:tagLst xmlns:p="http://schemas.openxmlformats.org/presentationml/2006/main">
  <p:tag name="KSO_WM_DIAGRAM_VIRTUALLY_FRAME" val="{&quot;height&quot;:377.43141732283465,&quot;left&quot;:327.4066141732284,&quot;top&quot;:124.45,&quot;width&quot;:673.6370078740158}"/>
</p:tagLst>
</file>

<file path=ppt/tags/tag40.xml><?xml version="1.0" encoding="utf-8"?>
<p:tagLst xmlns:p="http://schemas.openxmlformats.org/presentationml/2006/main">
  <p:tag name="KSO_WM_DIAGRAM_VIRTUALLY_FRAME" val="{&quot;height&quot;:377.43141732283465,&quot;left&quot;:327.4066141732284,&quot;top&quot;:124.45,&quot;width&quot;:673.6370078740158}"/>
</p:tagLst>
</file>

<file path=ppt/tags/tag41.xml><?xml version="1.0" encoding="utf-8"?>
<p:tagLst xmlns:p="http://schemas.openxmlformats.org/presentationml/2006/main">
  <p:tag name="KSO_WM_DIAGRAM_VIRTUALLY_FRAME" val="{&quot;height&quot;:377.43141732283465,&quot;left&quot;:327.4066141732284,&quot;top&quot;:124.45,&quot;width&quot;:673.6370078740158}"/>
</p:tagLst>
</file>

<file path=ppt/tags/tag42.xml><?xml version="1.0" encoding="utf-8"?>
<p:tagLst xmlns:p="http://schemas.openxmlformats.org/presentationml/2006/main">
  <p:tag name="KSO_WM_DIAGRAM_VIRTUALLY_FRAME" val="{&quot;height&quot;:377.43141732283465,&quot;left&quot;:327.4066141732284,&quot;top&quot;:124.45,&quot;width&quot;:673.6370078740158}"/>
</p:tagLst>
</file>

<file path=ppt/tags/tag43.xml><?xml version="1.0" encoding="utf-8"?>
<p:tagLst xmlns:p="http://schemas.openxmlformats.org/presentationml/2006/main">
  <p:tag name="KSO_WM_DIAGRAM_VIRTUALLY_FRAME" val="{&quot;height&quot;:377.43141732283465,&quot;left&quot;:327.4066141732284,&quot;top&quot;:124.45,&quot;width&quot;:673.6370078740158}"/>
</p:tagLst>
</file>

<file path=ppt/tags/tag44.xml><?xml version="1.0" encoding="utf-8"?>
<p:tagLst xmlns:p="http://schemas.openxmlformats.org/presentationml/2006/main">
  <p:tag name="KSO_WM_DIAGRAM_VIRTUALLY_FRAME" val="{&quot;height&quot;:377.43141732283465,&quot;left&quot;:327.4066141732284,&quot;top&quot;:124.45,&quot;width&quot;:673.6370078740158}"/>
</p:tagLst>
</file>

<file path=ppt/tags/tag45.xml><?xml version="1.0" encoding="utf-8"?>
<p:tagLst xmlns:p="http://schemas.openxmlformats.org/presentationml/2006/main">
  <p:tag name="KSO_WM_DIAGRAM_VIRTUALLY_FRAME" val="{&quot;height&quot;:377.43141732283465,&quot;left&quot;:327.4066141732284,&quot;top&quot;:124.45,&quot;width&quot;:673.6370078740158}"/>
</p:tagLst>
</file>

<file path=ppt/tags/tag46.xml><?xml version="1.0" encoding="utf-8"?>
<p:tagLst xmlns:p="http://schemas.openxmlformats.org/presentationml/2006/main">
  <p:tag name="KSO_WM_DIAGRAM_VIRTUALLY_FRAME" val="{&quot;height&quot;:377.43141732283465,&quot;left&quot;:327.4066141732284,&quot;top&quot;:124.45,&quot;width&quot;:673.6370078740158}"/>
</p:tagLst>
</file>

<file path=ppt/tags/tag47.xml><?xml version="1.0" encoding="utf-8"?>
<p:tagLst xmlns:p="http://schemas.openxmlformats.org/presentationml/2006/main">
  <p:tag name="KSO_WM_DIAGRAM_VIRTUALLY_FRAME" val="{&quot;height&quot;:377.43141732283465,&quot;left&quot;:327.4066141732284,&quot;top&quot;:124.45,&quot;width&quot;:673.6370078740158}"/>
</p:tagLst>
</file>

<file path=ppt/tags/tag48.xml><?xml version="1.0" encoding="utf-8"?>
<p:tagLst xmlns:p="http://schemas.openxmlformats.org/presentationml/2006/main">
  <p:tag name="KSO_WM_DIAGRAM_VIRTUALLY_FRAME" val="{&quot;height&quot;:377.43141732283465,&quot;left&quot;:327.4066141732284,&quot;top&quot;:124.45,&quot;width&quot;:673.6370078740158}"/>
</p:tagLst>
</file>

<file path=ppt/tags/tag49.xml><?xml version="1.0" encoding="utf-8"?>
<p:tagLst xmlns:p="http://schemas.openxmlformats.org/presentationml/2006/main">
  <p:tag name="RESOURCE_RECORD_KEY" val="{&quot;13&quot;:[4519456,4519452,20025430,4364924,4364903,4364942]}"/>
</p:tagLst>
</file>

<file path=ppt/theme/theme1.xml><?xml version="1.0" encoding="utf-8"?>
<a:theme xmlns:a="http://schemas.openxmlformats.org/drawingml/2006/main" name="Office 主题​​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等线 Light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等线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1_Office 主题​​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等线 Light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等线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3.xml><?xml version="1.0" encoding="utf-8"?>
<a:theme xmlns:a="http://schemas.openxmlformats.org/drawingml/2006/main" name="Office 主题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432</Words>
  <Application>WPS 演示</Application>
  <PresentationFormat>宽屏</PresentationFormat>
  <Paragraphs>81</Paragraphs>
  <Slides>9</Slides>
  <Notes>0</Notes>
  <HiddenSlides>0</HiddenSlides>
  <MMClips>0</MMClips>
  <ScaleCrop>false</ScaleCrop>
  <HeadingPairs>
    <vt:vector size="6" baseType="variant">
      <vt:variant>
        <vt:lpstr>已用的字体</vt:lpstr>
      </vt:variant>
      <vt:variant>
        <vt:i4>16</vt:i4>
      </vt:variant>
      <vt:variant>
        <vt:lpstr>主题</vt:lpstr>
      </vt:variant>
      <vt:variant>
        <vt:i4>2</vt:i4>
      </vt:variant>
      <vt:variant>
        <vt:lpstr>幻灯片标题</vt:lpstr>
      </vt:variant>
      <vt:variant>
        <vt:i4>9</vt:i4>
      </vt:variant>
    </vt:vector>
  </HeadingPairs>
  <TitlesOfParts>
    <vt:vector size="27" baseType="lpstr">
      <vt:lpstr>Arial</vt:lpstr>
      <vt:lpstr>宋体</vt:lpstr>
      <vt:lpstr>Wingdings</vt:lpstr>
      <vt:lpstr>Nimbus Roman No9 L</vt:lpstr>
      <vt:lpstr>微软雅黑</vt:lpstr>
      <vt:lpstr>楷体</vt:lpstr>
      <vt:lpstr>方正楷体_GBK</vt:lpstr>
      <vt:lpstr>黑体</vt:lpstr>
      <vt:lpstr>方正黑体_GBK</vt:lpstr>
      <vt:lpstr>宋体</vt:lpstr>
      <vt:lpstr>Arial Unicode MS</vt:lpstr>
      <vt:lpstr>等线 Light</vt:lpstr>
      <vt:lpstr>国标仿宋</vt:lpstr>
      <vt:lpstr>等线</vt:lpstr>
      <vt:lpstr>Calibri</vt:lpstr>
      <vt:lpstr>方正书宋_GBK</vt:lpstr>
      <vt:lpstr>Office 主题​​</vt:lpstr>
      <vt:lpstr>1_Office 主题​​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</vt:vector>
  </TitlesOfParts>
  <LinksUpToDate>false</LinksUpToDate>
  <SharedDoc>false</SharedDoc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演示文稿</dc:title>
  <dc:creator>Administrator</dc:creator>
  <cp:lastModifiedBy>LRC</cp:lastModifiedBy>
  <cp:revision>137</cp:revision>
  <dcterms:created xsi:type="dcterms:W3CDTF">2026-03-16T02:33:31Z</dcterms:created>
  <dcterms:modified xsi:type="dcterms:W3CDTF">2026-03-16T02:33:31Z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KSOProductBuildVer">
    <vt:lpwstr>2052-12.8.2.1119</vt:lpwstr>
  </property>
  <property fmtid="{D5CDD505-2E9C-101B-9397-08002B2CF9AE}" pid="3" name="KSOTemplateUUID">
    <vt:lpwstr>v1.0_mb_YFc6q+HctIANJrpWT950vA==</vt:lpwstr>
  </property>
  <property fmtid="{D5CDD505-2E9C-101B-9397-08002B2CF9AE}" pid="4" name="ICV">
    <vt:lpwstr>7F7ACFEE96524FCF746AB769A5D8BC47_43</vt:lpwstr>
  </property>
</Properties>
</file>